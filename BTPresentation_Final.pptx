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F19394-EE3D-E9E0-FB2F-A4170A0355DD}" v="29" dt="2026-04-30T23:20:43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17" autoAdjust="0"/>
  </p:normalViewPr>
  <p:slideViewPr>
    <p:cSldViewPr snapToGrid="0" snapToObjects="1">
      <p:cViewPr varScale="1">
        <p:scale>
          <a:sx n="81" d="100"/>
          <a:sy n="81" d="100"/>
        </p:scale>
        <p:origin x="11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Class Distribution (Train + Test)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Pituitary</c:v>
                </c:pt>
                <c:pt idx="3">
                  <c:v>No Tumor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1321</c:v>
                </c:pt>
                <c:pt idx="1">
                  <c:v>1339</c:v>
                </c:pt>
                <c:pt idx="2">
                  <c:v>1457</c:v>
                </c:pt>
                <c:pt idx="3">
                  <c:v>1595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58-4668-9B0D-A59CBF2A05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Testing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Pituitary</c:v>
                </c:pt>
                <c:pt idx="3">
                  <c:v>No Tumor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300</c:v>
                </c:pt>
                <c:pt idx="1">
                  <c:v>306</c:v>
                </c:pt>
                <c:pt idx="2">
                  <c:v>300</c:v>
                </c:pt>
                <c:pt idx="3">
                  <c:v>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58-4668-9B0D-A59CBF2A05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4F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4F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4F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DFC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4044C5-E486-405A-9B3F-BD16B16AB2E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80BBE26-45D3-411C-980E-4201AE9ACF96}">
      <dgm:prSet/>
      <dgm:spPr/>
      <dgm:t>
        <a:bodyPr/>
        <a:lstStyle/>
        <a:p>
          <a:r>
            <a:rPr lang="en-US"/>
            <a:t>Brain Tumor Classification using MobileNetV2</a:t>
          </a:r>
        </a:p>
      </dgm:t>
    </dgm:pt>
    <dgm:pt modelId="{C4872F6A-F01D-40BB-A8AB-1CB2E1D8F551}" type="parTrans" cxnId="{24072177-31C3-4097-B672-C2BA18C0E19C}">
      <dgm:prSet/>
      <dgm:spPr/>
      <dgm:t>
        <a:bodyPr/>
        <a:lstStyle/>
        <a:p>
          <a:endParaRPr lang="en-US"/>
        </a:p>
      </dgm:t>
    </dgm:pt>
    <dgm:pt modelId="{034F69DE-539C-45B7-8C03-55BF500BB3B2}" type="sibTrans" cxnId="{24072177-31C3-4097-B672-C2BA18C0E19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716D7C4-F293-4C51-832D-B731AE55E260}">
      <dgm:prSet phldr="0"/>
      <dgm:spPr/>
      <dgm:t>
        <a:bodyPr/>
        <a:lstStyle/>
        <a:p>
          <a:pPr rtl="0"/>
          <a:r>
            <a:rPr lang="en-US" dirty="0">
              <a:latin typeface="Calibri"/>
            </a:rPr>
            <a:t>Miguel Angel Soler, Alec Samonte, Joseph Negron</a:t>
          </a:r>
          <a:endParaRPr lang="en-US" dirty="0"/>
        </a:p>
      </dgm:t>
    </dgm:pt>
    <dgm:pt modelId="{86394844-8951-4280-9022-7613F9FFFABB}" type="parTrans" cxnId="{39EE590D-2F75-4938-81C6-40B05A326E08}">
      <dgm:prSet/>
      <dgm:spPr/>
      <dgm:t>
        <a:bodyPr/>
        <a:lstStyle/>
        <a:p>
          <a:endParaRPr lang="en-US"/>
        </a:p>
      </dgm:t>
    </dgm:pt>
    <dgm:pt modelId="{A2E21FE6-EA81-4B19-B68D-53F570EA2500}" type="sibTrans" cxnId="{39EE590D-2F75-4938-81C6-40B05A326E0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671F337-90BE-4D7D-A8AF-B3B38B5BB5EF}">
      <dgm:prSet/>
      <dgm:spPr/>
      <dgm:t>
        <a:bodyPr/>
        <a:lstStyle/>
        <a:p>
          <a:pPr rtl="0"/>
          <a:r>
            <a:rPr lang="en-US"/>
            <a:t>Course: CPS</a:t>
          </a:r>
          <a:r>
            <a:rPr lang="en-US">
              <a:latin typeface="Calibri"/>
            </a:rPr>
            <a:t>*3840: Deep Learning Foundations</a:t>
          </a:r>
          <a:endParaRPr lang="en-US"/>
        </a:p>
      </dgm:t>
    </dgm:pt>
    <dgm:pt modelId="{03562971-61E4-4233-B86F-0528A25EF669}" type="parTrans" cxnId="{7C95B704-4D78-442F-8656-90F2383D3535}">
      <dgm:prSet/>
      <dgm:spPr/>
      <dgm:t>
        <a:bodyPr/>
        <a:lstStyle/>
        <a:p>
          <a:endParaRPr lang="en-US"/>
        </a:p>
      </dgm:t>
    </dgm:pt>
    <dgm:pt modelId="{880ADFA4-9CFD-45D9-87DC-8658E09C0B9E}" type="sibTrans" cxnId="{7C95B704-4D78-442F-8656-90F2383D353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88AFE22-5DF0-42F3-9205-F4EBF7C8B29E}" type="pres">
      <dgm:prSet presAssocID="{584044C5-E486-405A-9B3F-BD16B16AB2E0}" presName="Name0" presStyleCnt="0">
        <dgm:presLayoutVars>
          <dgm:animLvl val="lvl"/>
          <dgm:resizeHandles val="exact"/>
        </dgm:presLayoutVars>
      </dgm:prSet>
      <dgm:spPr/>
    </dgm:pt>
    <dgm:pt modelId="{1A0E6E25-705C-4090-9B54-7E99F752AEC8}" type="pres">
      <dgm:prSet presAssocID="{E80BBE26-45D3-411C-980E-4201AE9ACF96}" presName="compositeNode" presStyleCnt="0">
        <dgm:presLayoutVars>
          <dgm:bulletEnabled val="1"/>
        </dgm:presLayoutVars>
      </dgm:prSet>
      <dgm:spPr/>
    </dgm:pt>
    <dgm:pt modelId="{C572A99C-A61E-4441-B216-CEFED9E86949}" type="pres">
      <dgm:prSet presAssocID="{E80BBE26-45D3-411C-980E-4201AE9ACF96}" presName="bgRect" presStyleLbl="bgAccFollowNode1" presStyleIdx="0" presStyleCnt="3"/>
      <dgm:spPr/>
    </dgm:pt>
    <dgm:pt modelId="{6E39DFA4-5663-4538-906F-300F6B0DAFBE}" type="pres">
      <dgm:prSet presAssocID="{034F69DE-539C-45B7-8C03-55BF500BB3B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65B6C66-9CC8-48D4-BB67-3ED77C4D029E}" type="pres">
      <dgm:prSet presAssocID="{E80BBE26-45D3-411C-980E-4201AE9ACF96}" presName="bottomLine" presStyleLbl="alignNode1" presStyleIdx="1" presStyleCnt="6">
        <dgm:presLayoutVars/>
      </dgm:prSet>
      <dgm:spPr/>
    </dgm:pt>
    <dgm:pt modelId="{CAFEF507-DC8B-4682-AE70-FC54523E1015}" type="pres">
      <dgm:prSet presAssocID="{E80BBE26-45D3-411C-980E-4201AE9ACF96}" presName="nodeText" presStyleLbl="bgAccFollowNode1" presStyleIdx="0" presStyleCnt="3">
        <dgm:presLayoutVars>
          <dgm:bulletEnabled val="1"/>
        </dgm:presLayoutVars>
      </dgm:prSet>
      <dgm:spPr/>
    </dgm:pt>
    <dgm:pt modelId="{0AC7D213-A228-47C5-A098-3D967C57BA7E}" type="pres">
      <dgm:prSet presAssocID="{034F69DE-539C-45B7-8C03-55BF500BB3B2}" presName="sibTrans" presStyleCnt="0"/>
      <dgm:spPr/>
    </dgm:pt>
    <dgm:pt modelId="{AC91E00F-D664-4346-BBB0-14BF369DBD69}" type="pres">
      <dgm:prSet presAssocID="{C716D7C4-F293-4C51-832D-B731AE55E260}" presName="compositeNode" presStyleCnt="0">
        <dgm:presLayoutVars>
          <dgm:bulletEnabled val="1"/>
        </dgm:presLayoutVars>
      </dgm:prSet>
      <dgm:spPr/>
    </dgm:pt>
    <dgm:pt modelId="{B1EC3865-CF41-4E43-94E5-F42D9E252E45}" type="pres">
      <dgm:prSet presAssocID="{C716D7C4-F293-4C51-832D-B731AE55E260}" presName="bgRect" presStyleLbl="bgAccFollowNode1" presStyleIdx="1" presStyleCnt="3"/>
      <dgm:spPr/>
    </dgm:pt>
    <dgm:pt modelId="{41CFFA40-2728-4D5B-BFB7-8B105AF50685}" type="pres">
      <dgm:prSet presAssocID="{A2E21FE6-EA81-4B19-B68D-53F570EA250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D274FC43-5E3C-41A4-858E-1261DD3874FB}" type="pres">
      <dgm:prSet presAssocID="{C716D7C4-F293-4C51-832D-B731AE55E260}" presName="bottomLine" presStyleLbl="alignNode1" presStyleIdx="3" presStyleCnt="6">
        <dgm:presLayoutVars/>
      </dgm:prSet>
      <dgm:spPr/>
    </dgm:pt>
    <dgm:pt modelId="{2032DF2D-6754-4C5B-B581-B3C58945BCF2}" type="pres">
      <dgm:prSet presAssocID="{C716D7C4-F293-4C51-832D-B731AE55E260}" presName="nodeText" presStyleLbl="bgAccFollowNode1" presStyleIdx="1" presStyleCnt="3">
        <dgm:presLayoutVars>
          <dgm:bulletEnabled val="1"/>
        </dgm:presLayoutVars>
      </dgm:prSet>
      <dgm:spPr/>
    </dgm:pt>
    <dgm:pt modelId="{966555CB-C413-4969-8CFC-09DE4A2306B7}" type="pres">
      <dgm:prSet presAssocID="{A2E21FE6-EA81-4B19-B68D-53F570EA2500}" presName="sibTrans" presStyleCnt="0"/>
      <dgm:spPr/>
    </dgm:pt>
    <dgm:pt modelId="{89778A55-FDD4-47F7-A51F-F5C107286CBF}" type="pres">
      <dgm:prSet presAssocID="{A671F337-90BE-4D7D-A8AF-B3B38B5BB5EF}" presName="compositeNode" presStyleCnt="0">
        <dgm:presLayoutVars>
          <dgm:bulletEnabled val="1"/>
        </dgm:presLayoutVars>
      </dgm:prSet>
      <dgm:spPr/>
    </dgm:pt>
    <dgm:pt modelId="{67DD9724-E175-474E-9508-32C2710F45BF}" type="pres">
      <dgm:prSet presAssocID="{A671F337-90BE-4D7D-A8AF-B3B38B5BB5EF}" presName="bgRect" presStyleLbl="bgAccFollowNode1" presStyleIdx="2" presStyleCnt="3"/>
      <dgm:spPr/>
    </dgm:pt>
    <dgm:pt modelId="{BAECCE92-4E21-45D0-A7EA-E58839518DEF}" type="pres">
      <dgm:prSet presAssocID="{880ADFA4-9CFD-45D9-87DC-8658E09C0B9E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4D33879-9130-462D-90F6-0B60DD1329A8}" type="pres">
      <dgm:prSet presAssocID="{A671F337-90BE-4D7D-A8AF-B3B38B5BB5EF}" presName="bottomLine" presStyleLbl="alignNode1" presStyleIdx="5" presStyleCnt="6">
        <dgm:presLayoutVars/>
      </dgm:prSet>
      <dgm:spPr/>
    </dgm:pt>
    <dgm:pt modelId="{624DAA86-B74A-4F0D-B6C2-8106F64F8DE1}" type="pres">
      <dgm:prSet presAssocID="{A671F337-90BE-4D7D-A8AF-B3B38B5BB5E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C95B704-4D78-442F-8656-90F2383D3535}" srcId="{584044C5-E486-405A-9B3F-BD16B16AB2E0}" destId="{A671F337-90BE-4D7D-A8AF-B3B38B5BB5EF}" srcOrd="2" destOrd="0" parTransId="{03562971-61E4-4233-B86F-0528A25EF669}" sibTransId="{880ADFA4-9CFD-45D9-87DC-8658E09C0B9E}"/>
    <dgm:cxn modelId="{39EE590D-2F75-4938-81C6-40B05A326E08}" srcId="{584044C5-E486-405A-9B3F-BD16B16AB2E0}" destId="{C716D7C4-F293-4C51-832D-B731AE55E260}" srcOrd="1" destOrd="0" parTransId="{86394844-8951-4280-9022-7613F9FFFABB}" sibTransId="{A2E21FE6-EA81-4B19-B68D-53F570EA2500}"/>
    <dgm:cxn modelId="{1FEA5318-7984-4F4C-825B-AB580BE90ED3}" type="presOf" srcId="{A671F337-90BE-4D7D-A8AF-B3B38B5BB5EF}" destId="{67DD9724-E175-474E-9508-32C2710F45BF}" srcOrd="0" destOrd="0" presId="urn:microsoft.com/office/officeart/2016/7/layout/BasicLinearProcessNumbered"/>
    <dgm:cxn modelId="{E0AF4324-54A6-4E53-9314-303CCB9C6B0F}" type="presOf" srcId="{C716D7C4-F293-4C51-832D-B731AE55E260}" destId="{B1EC3865-CF41-4E43-94E5-F42D9E252E45}" srcOrd="0" destOrd="0" presId="urn:microsoft.com/office/officeart/2016/7/layout/BasicLinearProcessNumbered"/>
    <dgm:cxn modelId="{2FA53533-68D8-41DB-920D-0377AC725002}" type="presOf" srcId="{A671F337-90BE-4D7D-A8AF-B3B38B5BB5EF}" destId="{624DAA86-B74A-4F0D-B6C2-8106F64F8DE1}" srcOrd="1" destOrd="0" presId="urn:microsoft.com/office/officeart/2016/7/layout/BasicLinearProcessNumbered"/>
    <dgm:cxn modelId="{6660AB70-7766-4030-869E-BE57901491D0}" type="presOf" srcId="{E80BBE26-45D3-411C-980E-4201AE9ACF96}" destId="{CAFEF507-DC8B-4682-AE70-FC54523E1015}" srcOrd="1" destOrd="0" presId="urn:microsoft.com/office/officeart/2016/7/layout/BasicLinearProcessNumbered"/>
    <dgm:cxn modelId="{E51E0F71-FF70-4212-8308-4C5394FF199D}" type="presOf" srcId="{584044C5-E486-405A-9B3F-BD16B16AB2E0}" destId="{288AFE22-5DF0-42F3-9205-F4EBF7C8B29E}" srcOrd="0" destOrd="0" presId="urn:microsoft.com/office/officeart/2016/7/layout/BasicLinearProcessNumbered"/>
    <dgm:cxn modelId="{D8AE3E51-A907-4B9F-BCC4-F0F0978D6B8B}" type="presOf" srcId="{C716D7C4-F293-4C51-832D-B731AE55E260}" destId="{2032DF2D-6754-4C5B-B581-B3C58945BCF2}" srcOrd="1" destOrd="0" presId="urn:microsoft.com/office/officeart/2016/7/layout/BasicLinearProcessNumbered"/>
    <dgm:cxn modelId="{24072177-31C3-4097-B672-C2BA18C0E19C}" srcId="{584044C5-E486-405A-9B3F-BD16B16AB2E0}" destId="{E80BBE26-45D3-411C-980E-4201AE9ACF96}" srcOrd="0" destOrd="0" parTransId="{C4872F6A-F01D-40BB-A8AB-1CB2E1D8F551}" sibTransId="{034F69DE-539C-45B7-8C03-55BF500BB3B2}"/>
    <dgm:cxn modelId="{B237E878-713E-436C-A1AA-7204F1E245F5}" type="presOf" srcId="{E80BBE26-45D3-411C-980E-4201AE9ACF96}" destId="{C572A99C-A61E-4441-B216-CEFED9E86949}" srcOrd="0" destOrd="0" presId="urn:microsoft.com/office/officeart/2016/7/layout/BasicLinearProcessNumbered"/>
    <dgm:cxn modelId="{78AB3298-86C3-4F32-AFD7-0F7E7BC18A0A}" type="presOf" srcId="{880ADFA4-9CFD-45D9-87DC-8658E09C0B9E}" destId="{BAECCE92-4E21-45D0-A7EA-E58839518DEF}" srcOrd="0" destOrd="0" presId="urn:microsoft.com/office/officeart/2016/7/layout/BasicLinearProcessNumbered"/>
    <dgm:cxn modelId="{6CD615B0-AFCE-47D1-AF24-72C38CCC2254}" type="presOf" srcId="{034F69DE-539C-45B7-8C03-55BF500BB3B2}" destId="{6E39DFA4-5663-4538-906F-300F6B0DAFBE}" srcOrd="0" destOrd="0" presId="urn:microsoft.com/office/officeart/2016/7/layout/BasicLinearProcessNumbered"/>
    <dgm:cxn modelId="{E3DE29DC-9EC6-4457-A91B-3C312A655EAC}" type="presOf" srcId="{A2E21FE6-EA81-4B19-B68D-53F570EA2500}" destId="{41CFFA40-2728-4D5B-BFB7-8B105AF50685}" srcOrd="0" destOrd="0" presId="urn:microsoft.com/office/officeart/2016/7/layout/BasicLinearProcessNumbered"/>
    <dgm:cxn modelId="{A7E7A9F4-270A-4651-9063-81902BF43802}" type="presParOf" srcId="{288AFE22-5DF0-42F3-9205-F4EBF7C8B29E}" destId="{1A0E6E25-705C-4090-9B54-7E99F752AEC8}" srcOrd="0" destOrd="0" presId="urn:microsoft.com/office/officeart/2016/7/layout/BasicLinearProcessNumbered"/>
    <dgm:cxn modelId="{F2E6D486-1140-4A24-AAA1-7ED2280C3BD1}" type="presParOf" srcId="{1A0E6E25-705C-4090-9B54-7E99F752AEC8}" destId="{C572A99C-A61E-4441-B216-CEFED9E86949}" srcOrd="0" destOrd="0" presId="urn:microsoft.com/office/officeart/2016/7/layout/BasicLinearProcessNumbered"/>
    <dgm:cxn modelId="{9542FE67-FF36-4695-8112-200E782A3F2D}" type="presParOf" srcId="{1A0E6E25-705C-4090-9B54-7E99F752AEC8}" destId="{6E39DFA4-5663-4538-906F-300F6B0DAFBE}" srcOrd="1" destOrd="0" presId="urn:microsoft.com/office/officeart/2016/7/layout/BasicLinearProcessNumbered"/>
    <dgm:cxn modelId="{79CA974F-F030-4B3D-A668-1A287D2052D4}" type="presParOf" srcId="{1A0E6E25-705C-4090-9B54-7E99F752AEC8}" destId="{165B6C66-9CC8-48D4-BB67-3ED77C4D029E}" srcOrd="2" destOrd="0" presId="urn:microsoft.com/office/officeart/2016/7/layout/BasicLinearProcessNumbered"/>
    <dgm:cxn modelId="{CE2F694E-D4D8-41DF-9C3B-5323DC191879}" type="presParOf" srcId="{1A0E6E25-705C-4090-9B54-7E99F752AEC8}" destId="{CAFEF507-DC8B-4682-AE70-FC54523E1015}" srcOrd="3" destOrd="0" presId="urn:microsoft.com/office/officeart/2016/7/layout/BasicLinearProcessNumbered"/>
    <dgm:cxn modelId="{36CC9CD3-ED05-45C0-9AF6-BE24ADBBA6BC}" type="presParOf" srcId="{288AFE22-5DF0-42F3-9205-F4EBF7C8B29E}" destId="{0AC7D213-A228-47C5-A098-3D967C57BA7E}" srcOrd="1" destOrd="0" presId="urn:microsoft.com/office/officeart/2016/7/layout/BasicLinearProcessNumbered"/>
    <dgm:cxn modelId="{441DAC77-81AC-46D1-B126-95AA76C3E647}" type="presParOf" srcId="{288AFE22-5DF0-42F3-9205-F4EBF7C8B29E}" destId="{AC91E00F-D664-4346-BBB0-14BF369DBD69}" srcOrd="2" destOrd="0" presId="urn:microsoft.com/office/officeart/2016/7/layout/BasicLinearProcessNumbered"/>
    <dgm:cxn modelId="{026D27CD-F1D0-4100-B4A4-1A53BE1F3A54}" type="presParOf" srcId="{AC91E00F-D664-4346-BBB0-14BF369DBD69}" destId="{B1EC3865-CF41-4E43-94E5-F42D9E252E45}" srcOrd="0" destOrd="0" presId="urn:microsoft.com/office/officeart/2016/7/layout/BasicLinearProcessNumbered"/>
    <dgm:cxn modelId="{0078EB30-A830-438F-8EEE-DE2406F92E01}" type="presParOf" srcId="{AC91E00F-D664-4346-BBB0-14BF369DBD69}" destId="{41CFFA40-2728-4D5B-BFB7-8B105AF50685}" srcOrd="1" destOrd="0" presId="urn:microsoft.com/office/officeart/2016/7/layout/BasicLinearProcessNumbered"/>
    <dgm:cxn modelId="{DD1D7137-AB8E-45B1-AD28-4FD66BFB6F99}" type="presParOf" srcId="{AC91E00F-D664-4346-BBB0-14BF369DBD69}" destId="{D274FC43-5E3C-41A4-858E-1261DD3874FB}" srcOrd="2" destOrd="0" presId="urn:microsoft.com/office/officeart/2016/7/layout/BasicLinearProcessNumbered"/>
    <dgm:cxn modelId="{408BF4C1-99B5-4C42-ACD0-0832B0C05EFD}" type="presParOf" srcId="{AC91E00F-D664-4346-BBB0-14BF369DBD69}" destId="{2032DF2D-6754-4C5B-B581-B3C58945BCF2}" srcOrd="3" destOrd="0" presId="urn:microsoft.com/office/officeart/2016/7/layout/BasicLinearProcessNumbered"/>
    <dgm:cxn modelId="{CDC6DBF9-FE02-4503-923F-1C54F353B1C0}" type="presParOf" srcId="{288AFE22-5DF0-42F3-9205-F4EBF7C8B29E}" destId="{966555CB-C413-4969-8CFC-09DE4A2306B7}" srcOrd="3" destOrd="0" presId="urn:microsoft.com/office/officeart/2016/7/layout/BasicLinearProcessNumbered"/>
    <dgm:cxn modelId="{78E457EB-69AA-49A1-BAEA-66F71843D0FB}" type="presParOf" srcId="{288AFE22-5DF0-42F3-9205-F4EBF7C8B29E}" destId="{89778A55-FDD4-47F7-A51F-F5C107286CBF}" srcOrd="4" destOrd="0" presId="urn:microsoft.com/office/officeart/2016/7/layout/BasicLinearProcessNumbered"/>
    <dgm:cxn modelId="{D5B24D14-E129-4916-BB45-E5B960AB16C8}" type="presParOf" srcId="{89778A55-FDD4-47F7-A51F-F5C107286CBF}" destId="{67DD9724-E175-474E-9508-32C2710F45BF}" srcOrd="0" destOrd="0" presId="urn:microsoft.com/office/officeart/2016/7/layout/BasicLinearProcessNumbered"/>
    <dgm:cxn modelId="{42D0FF2E-33DB-42CC-B2A6-2F5774B33BB8}" type="presParOf" srcId="{89778A55-FDD4-47F7-A51F-F5C107286CBF}" destId="{BAECCE92-4E21-45D0-A7EA-E58839518DEF}" srcOrd="1" destOrd="0" presId="urn:microsoft.com/office/officeart/2016/7/layout/BasicLinearProcessNumbered"/>
    <dgm:cxn modelId="{971EB065-0FD2-4CF0-B04C-CD65944EF980}" type="presParOf" srcId="{89778A55-FDD4-47F7-A51F-F5C107286CBF}" destId="{34D33879-9130-462D-90F6-0B60DD1329A8}" srcOrd="2" destOrd="0" presId="urn:microsoft.com/office/officeart/2016/7/layout/BasicLinearProcessNumbered"/>
    <dgm:cxn modelId="{1A623C13-7398-4EF8-B931-4EABF4DDE3DF}" type="presParOf" srcId="{89778A55-FDD4-47F7-A51F-F5C107286CBF}" destId="{624DAA86-B74A-4F0D-B6C2-8106F64F8DE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2E4D1B-315F-4F82-8296-9A1D5DB68E03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714FE4B-3977-4B74-9C5A-63D920E2ABC8}">
      <dgm:prSet/>
      <dgm:spPr/>
      <dgm:t>
        <a:bodyPr/>
        <a:lstStyle/>
        <a:p>
          <a:r>
            <a:rPr lang="en-US">
              <a:ea typeface="+mn-ea"/>
              <a:cs typeface="+mn-cs"/>
            </a:rPr>
            <a:t>Brain MRI Dataset</a:t>
          </a:r>
        </a:p>
      </dgm:t>
    </dgm:pt>
    <dgm:pt modelId="{9EC66D8A-1AEA-45B2-B6D8-7BFB4B6E7879}" type="parTrans" cxnId="{090E9AE1-752F-4256-82E0-E17948C6E005}">
      <dgm:prSet/>
      <dgm:spPr/>
      <dgm:t>
        <a:bodyPr/>
        <a:lstStyle/>
        <a:p>
          <a:endParaRPr lang="en-US"/>
        </a:p>
      </dgm:t>
    </dgm:pt>
    <dgm:pt modelId="{EED80927-1BBC-4E93-8E06-3FAB5E2FAFE3}" type="sibTrans" cxnId="{090E9AE1-752F-4256-82E0-E17948C6E005}">
      <dgm:prSet/>
      <dgm:spPr/>
      <dgm:t>
        <a:bodyPr/>
        <a:lstStyle/>
        <a:p>
          <a:endParaRPr lang="en-US"/>
        </a:p>
      </dgm:t>
    </dgm:pt>
    <dgm:pt modelId="{037DF83F-9C39-499E-B89E-C4FE62259721}">
      <dgm:prSet/>
      <dgm:spPr/>
      <dgm:t>
        <a:bodyPr/>
        <a:lstStyle/>
        <a:p>
          <a:r>
            <a:rPr lang="en-US">
              <a:ea typeface="+mn-ea"/>
              <a:cs typeface="+mn-cs"/>
            </a:rPr>
            <a:t>Classes:</a:t>
          </a:r>
        </a:p>
      </dgm:t>
    </dgm:pt>
    <dgm:pt modelId="{CA43D075-6E69-4C9B-BC01-1A5B9F8EB9C8}" type="parTrans" cxnId="{D9D8CA98-6AC9-4122-B995-B44CB268817D}">
      <dgm:prSet/>
      <dgm:spPr/>
      <dgm:t>
        <a:bodyPr/>
        <a:lstStyle/>
        <a:p>
          <a:endParaRPr lang="en-US"/>
        </a:p>
      </dgm:t>
    </dgm:pt>
    <dgm:pt modelId="{1769AD0B-4127-4F17-869C-AE87550D9582}" type="sibTrans" cxnId="{D9D8CA98-6AC9-4122-B995-B44CB268817D}">
      <dgm:prSet/>
      <dgm:spPr/>
      <dgm:t>
        <a:bodyPr/>
        <a:lstStyle/>
        <a:p>
          <a:endParaRPr lang="en-US"/>
        </a:p>
      </dgm:t>
    </dgm:pt>
    <dgm:pt modelId="{A552B06A-95D9-4542-A9D8-332F489DAD52}">
      <dgm:prSet/>
      <dgm:spPr/>
      <dgm:t>
        <a:bodyPr/>
        <a:lstStyle/>
        <a:p>
          <a:r>
            <a:rPr lang="en-US">
              <a:ea typeface="+mn-ea"/>
              <a:cs typeface="+mn-cs"/>
            </a:rPr>
            <a:t>- Glioma</a:t>
          </a:r>
        </a:p>
      </dgm:t>
    </dgm:pt>
    <dgm:pt modelId="{F9FCE2B6-C7B9-426E-A68F-B38FD8090395}" type="parTrans" cxnId="{41399B77-D327-476A-94F8-7FCFFC83B3A8}">
      <dgm:prSet/>
      <dgm:spPr/>
      <dgm:t>
        <a:bodyPr/>
        <a:lstStyle/>
        <a:p>
          <a:endParaRPr lang="en-US"/>
        </a:p>
      </dgm:t>
    </dgm:pt>
    <dgm:pt modelId="{36E49D43-C42F-4547-A417-E6B5D120C330}" type="sibTrans" cxnId="{41399B77-D327-476A-94F8-7FCFFC83B3A8}">
      <dgm:prSet/>
      <dgm:spPr/>
      <dgm:t>
        <a:bodyPr/>
        <a:lstStyle/>
        <a:p>
          <a:endParaRPr lang="en-US"/>
        </a:p>
      </dgm:t>
    </dgm:pt>
    <dgm:pt modelId="{EDF89442-50FD-4411-B6FA-79DE0E1C82A4}">
      <dgm:prSet/>
      <dgm:spPr/>
      <dgm:t>
        <a:bodyPr/>
        <a:lstStyle/>
        <a:p>
          <a:r>
            <a:rPr lang="en-US">
              <a:ea typeface="+mn-ea"/>
              <a:cs typeface="+mn-cs"/>
            </a:rPr>
            <a:t>- Meningioma</a:t>
          </a:r>
        </a:p>
      </dgm:t>
    </dgm:pt>
    <dgm:pt modelId="{2E44A3C7-B734-4B17-A56D-77959CC04BCC}" type="parTrans" cxnId="{A4611EE7-92F9-4DB3-9277-3117F8B29767}">
      <dgm:prSet/>
      <dgm:spPr/>
      <dgm:t>
        <a:bodyPr/>
        <a:lstStyle/>
        <a:p>
          <a:endParaRPr lang="en-US"/>
        </a:p>
      </dgm:t>
    </dgm:pt>
    <dgm:pt modelId="{4EEC6F9F-2BA5-4876-BE18-DDEB2D283167}" type="sibTrans" cxnId="{A4611EE7-92F9-4DB3-9277-3117F8B29767}">
      <dgm:prSet/>
      <dgm:spPr/>
      <dgm:t>
        <a:bodyPr/>
        <a:lstStyle/>
        <a:p>
          <a:endParaRPr lang="en-US"/>
        </a:p>
      </dgm:t>
    </dgm:pt>
    <dgm:pt modelId="{1CAE75D9-D198-4B4A-82AB-0EC948A4D69D}">
      <dgm:prSet/>
      <dgm:spPr/>
      <dgm:t>
        <a:bodyPr/>
        <a:lstStyle/>
        <a:p>
          <a:r>
            <a:rPr lang="en-US">
              <a:ea typeface="+mn-ea"/>
              <a:cs typeface="+mn-cs"/>
            </a:rPr>
            <a:t>- Pituitary</a:t>
          </a:r>
        </a:p>
      </dgm:t>
    </dgm:pt>
    <dgm:pt modelId="{B243AE1B-40C2-4593-A3D3-C01B7B12CBC0}" type="parTrans" cxnId="{CC5DA2F8-03C6-4395-B8F6-A6095C7304D0}">
      <dgm:prSet/>
      <dgm:spPr/>
      <dgm:t>
        <a:bodyPr/>
        <a:lstStyle/>
        <a:p>
          <a:endParaRPr lang="en-US"/>
        </a:p>
      </dgm:t>
    </dgm:pt>
    <dgm:pt modelId="{80394122-5A19-43A9-AB06-91D24DE4AF40}" type="sibTrans" cxnId="{CC5DA2F8-03C6-4395-B8F6-A6095C7304D0}">
      <dgm:prSet/>
      <dgm:spPr/>
      <dgm:t>
        <a:bodyPr/>
        <a:lstStyle/>
        <a:p>
          <a:endParaRPr lang="en-US"/>
        </a:p>
      </dgm:t>
    </dgm:pt>
    <dgm:pt modelId="{8197C721-023E-4895-8DC1-6DD3FAEF6456}">
      <dgm:prSet/>
      <dgm:spPr/>
      <dgm:t>
        <a:bodyPr/>
        <a:lstStyle/>
        <a:p>
          <a:r>
            <a:rPr lang="en-US">
              <a:ea typeface="+mn-ea"/>
              <a:cs typeface="+mn-cs"/>
            </a:rPr>
            <a:t>- No Tumor</a:t>
          </a:r>
        </a:p>
      </dgm:t>
    </dgm:pt>
    <dgm:pt modelId="{1AF1283F-91F6-429A-9C24-DA63E9F725A8}" type="parTrans" cxnId="{4067039F-CEE7-4316-ADDD-23E024EBBDA3}">
      <dgm:prSet/>
      <dgm:spPr/>
      <dgm:t>
        <a:bodyPr/>
        <a:lstStyle/>
        <a:p>
          <a:endParaRPr lang="en-US"/>
        </a:p>
      </dgm:t>
    </dgm:pt>
    <dgm:pt modelId="{6A7EF15F-ACF7-4930-B121-02A788EC5000}" type="sibTrans" cxnId="{4067039F-CEE7-4316-ADDD-23E024EBBDA3}">
      <dgm:prSet/>
      <dgm:spPr/>
      <dgm:t>
        <a:bodyPr/>
        <a:lstStyle/>
        <a:p>
          <a:endParaRPr lang="en-US"/>
        </a:p>
      </dgm:t>
    </dgm:pt>
    <dgm:pt modelId="{A799A56C-C3B5-4F5B-A303-2607137A4762}" type="pres">
      <dgm:prSet presAssocID="{E32E4D1B-315F-4F82-8296-9A1D5DB68E03}" presName="Name0" presStyleCnt="0">
        <dgm:presLayoutVars>
          <dgm:dir/>
          <dgm:resizeHandles val="exact"/>
        </dgm:presLayoutVars>
      </dgm:prSet>
      <dgm:spPr/>
    </dgm:pt>
    <dgm:pt modelId="{13FA2D5A-F8A0-4A35-839C-E0D60A6615E4}" type="pres">
      <dgm:prSet presAssocID="{A714FE4B-3977-4B74-9C5A-63D920E2ABC8}" presName="node" presStyleLbl="node1" presStyleIdx="0" presStyleCnt="6">
        <dgm:presLayoutVars>
          <dgm:bulletEnabled val="1"/>
        </dgm:presLayoutVars>
      </dgm:prSet>
      <dgm:spPr/>
    </dgm:pt>
    <dgm:pt modelId="{95BCE4E1-CC81-401E-BAC1-259B86AE5E7A}" type="pres">
      <dgm:prSet presAssocID="{EED80927-1BBC-4E93-8E06-3FAB5E2FAFE3}" presName="sibTrans" presStyleLbl="sibTrans1D1" presStyleIdx="0" presStyleCnt="5"/>
      <dgm:spPr/>
    </dgm:pt>
    <dgm:pt modelId="{28BEE14C-EC86-42A4-A1C4-94F9926F2F2F}" type="pres">
      <dgm:prSet presAssocID="{EED80927-1BBC-4E93-8E06-3FAB5E2FAFE3}" presName="connectorText" presStyleLbl="sibTrans1D1" presStyleIdx="0" presStyleCnt="5"/>
      <dgm:spPr/>
    </dgm:pt>
    <dgm:pt modelId="{7CB38146-ADCC-41AA-80CD-66E35BBD3A0C}" type="pres">
      <dgm:prSet presAssocID="{037DF83F-9C39-499E-B89E-C4FE62259721}" presName="node" presStyleLbl="node1" presStyleIdx="1" presStyleCnt="6">
        <dgm:presLayoutVars>
          <dgm:bulletEnabled val="1"/>
        </dgm:presLayoutVars>
      </dgm:prSet>
      <dgm:spPr/>
    </dgm:pt>
    <dgm:pt modelId="{E0F001EF-131B-4F51-8FFF-2D42337DBC6D}" type="pres">
      <dgm:prSet presAssocID="{1769AD0B-4127-4F17-869C-AE87550D9582}" presName="sibTrans" presStyleLbl="sibTrans1D1" presStyleIdx="1" presStyleCnt="5"/>
      <dgm:spPr/>
    </dgm:pt>
    <dgm:pt modelId="{1D744857-B46D-44F1-960D-E0ADDD1B2E63}" type="pres">
      <dgm:prSet presAssocID="{1769AD0B-4127-4F17-869C-AE87550D9582}" presName="connectorText" presStyleLbl="sibTrans1D1" presStyleIdx="1" presStyleCnt="5"/>
      <dgm:spPr/>
    </dgm:pt>
    <dgm:pt modelId="{6B48CA0A-FA19-429B-88D8-220D239168B5}" type="pres">
      <dgm:prSet presAssocID="{A552B06A-95D9-4542-A9D8-332F489DAD52}" presName="node" presStyleLbl="node1" presStyleIdx="2" presStyleCnt="6">
        <dgm:presLayoutVars>
          <dgm:bulletEnabled val="1"/>
        </dgm:presLayoutVars>
      </dgm:prSet>
      <dgm:spPr/>
    </dgm:pt>
    <dgm:pt modelId="{9BEB9AC3-15C5-4572-BD65-D06A500590BF}" type="pres">
      <dgm:prSet presAssocID="{36E49D43-C42F-4547-A417-E6B5D120C330}" presName="sibTrans" presStyleLbl="sibTrans1D1" presStyleIdx="2" presStyleCnt="5"/>
      <dgm:spPr/>
    </dgm:pt>
    <dgm:pt modelId="{F1E697B3-E0C8-4D11-BB97-CD3736C63412}" type="pres">
      <dgm:prSet presAssocID="{36E49D43-C42F-4547-A417-E6B5D120C330}" presName="connectorText" presStyleLbl="sibTrans1D1" presStyleIdx="2" presStyleCnt="5"/>
      <dgm:spPr/>
    </dgm:pt>
    <dgm:pt modelId="{35F437EA-ECB7-43D3-AB4F-95DA0C6BD6EA}" type="pres">
      <dgm:prSet presAssocID="{EDF89442-50FD-4411-B6FA-79DE0E1C82A4}" presName="node" presStyleLbl="node1" presStyleIdx="3" presStyleCnt="6">
        <dgm:presLayoutVars>
          <dgm:bulletEnabled val="1"/>
        </dgm:presLayoutVars>
      </dgm:prSet>
      <dgm:spPr/>
    </dgm:pt>
    <dgm:pt modelId="{1F87F116-8B60-47AA-8C17-DF64FAA9DC39}" type="pres">
      <dgm:prSet presAssocID="{4EEC6F9F-2BA5-4876-BE18-DDEB2D283167}" presName="sibTrans" presStyleLbl="sibTrans1D1" presStyleIdx="3" presStyleCnt="5"/>
      <dgm:spPr/>
    </dgm:pt>
    <dgm:pt modelId="{E4F6AE25-B4C8-4491-BBC6-4463B62F536D}" type="pres">
      <dgm:prSet presAssocID="{4EEC6F9F-2BA5-4876-BE18-DDEB2D283167}" presName="connectorText" presStyleLbl="sibTrans1D1" presStyleIdx="3" presStyleCnt="5"/>
      <dgm:spPr/>
    </dgm:pt>
    <dgm:pt modelId="{06DF8B8E-4F27-411E-B858-B6D56ECED47F}" type="pres">
      <dgm:prSet presAssocID="{1CAE75D9-D198-4B4A-82AB-0EC948A4D69D}" presName="node" presStyleLbl="node1" presStyleIdx="4" presStyleCnt="6">
        <dgm:presLayoutVars>
          <dgm:bulletEnabled val="1"/>
        </dgm:presLayoutVars>
      </dgm:prSet>
      <dgm:spPr/>
    </dgm:pt>
    <dgm:pt modelId="{4B5D7029-DA3D-4209-8A3E-595FFF04211E}" type="pres">
      <dgm:prSet presAssocID="{80394122-5A19-43A9-AB06-91D24DE4AF40}" presName="sibTrans" presStyleLbl="sibTrans1D1" presStyleIdx="4" presStyleCnt="5"/>
      <dgm:spPr/>
    </dgm:pt>
    <dgm:pt modelId="{BFA20929-A643-4855-A85A-C24F13739C88}" type="pres">
      <dgm:prSet presAssocID="{80394122-5A19-43A9-AB06-91D24DE4AF40}" presName="connectorText" presStyleLbl="sibTrans1D1" presStyleIdx="4" presStyleCnt="5"/>
      <dgm:spPr/>
    </dgm:pt>
    <dgm:pt modelId="{8E3ECDC3-EA6A-4565-B3F8-8EAC479C30CB}" type="pres">
      <dgm:prSet presAssocID="{8197C721-023E-4895-8DC1-6DD3FAEF6456}" presName="node" presStyleLbl="node1" presStyleIdx="5" presStyleCnt="6">
        <dgm:presLayoutVars>
          <dgm:bulletEnabled val="1"/>
        </dgm:presLayoutVars>
      </dgm:prSet>
      <dgm:spPr/>
    </dgm:pt>
  </dgm:ptLst>
  <dgm:cxnLst>
    <dgm:cxn modelId="{A8F5D02E-918B-4C63-9E2D-4441438A11C6}" type="presOf" srcId="{8197C721-023E-4895-8DC1-6DD3FAEF6456}" destId="{8E3ECDC3-EA6A-4565-B3F8-8EAC479C30CB}" srcOrd="0" destOrd="0" presId="urn:microsoft.com/office/officeart/2016/7/layout/RepeatingBendingProcessNew"/>
    <dgm:cxn modelId="{E38C7933-2D20-4984-8574-109AD8E17B69}" type="presOf" srcId="{36E49D43-C42F-4547-A417-E6B5D120C330}" destId="{9BEB9AC3-15C5-4572-BD65-D06A500590BF}" srcOrd="0" destOrd="0" presId="urn:microsoft.com/office/officeart/2016/7/layout/RepeatingBendingProcessNew"/>
    <dgm:cxn modelId="{DA4E8944-187E-4E3D-A33C-C37205F651A6}" type="presOf" srcId="{1CAE75D9-D198-4B4A-82AB-0EC948A4D69D}" destId="{06DF8B8E-4F27-411E-B858-B6D56ECED47F}" srcOrd="0" destOrd="0" presId="urn:microsoft.com/office/officeart/2016/7/layout/RepeatingBendingProcessNew"/>
    <dgm:cxn modelId="{8CE0AE6A-5BD3-444E-960D-D01013F66CDE}" type="presOf" srcId="{80394122-5A19-43A9-AB06-91D24DE4AF40}" destId="{BFA20929-A643-4855-A85A-C24F13739C88}" srcOrd="1" destOrd="0" presId="urn:microsoft.com/office/officeart/2016/7/layout/RepeatingBendingProcessNew"/>
    <dgm:cxn modelId="{6C65ED4F-1BF6-40A1-BC54-9A9017A51A5F}" type="presOf" srcId="{A714FE4B-3977-4B74-9C5A-63D920E2ABC8}" destId="{13FA2D5A-F8A0-4A35-839C-E0D60A6615E4}" srcOrd="0" destOrd="0" presId="urn:microsoft.com/office/officeart/2016/7/layout/RepeatingBendingProcessNew"/>
    <dgm:cxn modelId="{E2B00053-E246-4E2C-A989-A9BC08156CD9}" type="presOf" srcId="{037DF83F-9C39-499E-B89E-C4FE62259721}" destId="{7CB38146-ADCC-41AA-80CD-66E35BBD3A0C}" srcOrd="0" destOrd="0" presId="urn:microsoft.com/office/officeart/2016/7/layout/RepeatingBendingProcessNew"/>
    <dgm:cxn modelId="{FE775175-F87A-40BB-B31D-D95B2297AAC7}" type="presOf" srcId="{4EEC6F9F-2BA5-4876-BE18-DDEB2D283167}" destId="{E4F6AE25-B4C8-4491-BBC6-4463B62F536D}" srcOrd="1" destOrd="0" presId="urn:microsoft.com/office/officeart/2016/7/layout/RepeatingBendingProcessNew"/>
    <dgm:cxn modelId="{41399B77-D327-476A-94F8-7FCFFC83B3A8}" srcId="{E32E4D1B-315F-4F82-8296-9A1D5DB68E03}" destId="{A552B06A-95D9-4542-A9D8-332F489DAD52}" srcOrd="2" destOrd="0" parTransId="{F9FCE2B6-C7B9-426E-A68F-B38FD8090395}" sibTransId="{36E49D43-C42F-4547-A417-E6B5D120C330}"/>
    <dgm:cxn modelId="{D9D8CA98-6AC9-4122-B995-B44CB268817D}" srcId="{E32E4D1B-315F-4F82-8296-9A1D5DB68E03}" destId="{037DF83F-9C39-499E-B89E-C4FE62259721}" srcOrd="1" destOrd="0" parTransId="{CA43D075-6E69-4C9B-BC01-1A5B9F8EB9C8}" sibTransId="{1769AD0B-4127-4F17-869C-AE87550D9582}"/>
    <dgm:cxn modelId="{4067039F-CEE7-4316-ADDD-23E024EBBDA3}" srcId="{E32E4D1B-315F-4F82-8296-9A1D5DB68E03}" destId="{8197C721-023E-4895-8DC1-6DD3FAEF6456}" srcOrd="5" destOrd="0" parTransId="{1AF1283F-91F6-429A-9C24-DA63E9F725A8}" sibTransId="{6A7EF15F-ACF7-4930-B121-02A788EC5000}"/>
    <dgm:cxn modelId="{C1871FA4-F358-4E68-BDA5-20016C910512}" type="presOf" srcId="{EDF89442-50FD-4411-B6FA-79DE0E1C82A4}" destId="{35F437EA-ECB7-43D3-AB4F-95DA0C6BD6EA}" srcOrd="0" destOrd="0" presId="urn:microsoft.com/office/officeart/2016/7/layout/RepeatingBendingProcessNew"/>
    <dgm:cxn modelId="{57989FA5-87B0-4D1F-8F1C-294C111C6DC4}" type="presOf" srcId="{1769AD0B-4127-4F17-869C-AE87550D9582}" destId="{1D744857-B46D-44F1-960D-E0ADDD1B2E63}" srcOrd="1" destOrd="0" presId="urn:microsoft.com/office/officeart/2016/7/layout/RepeatingBendingProcessNew"/>
    <dgm:cxn modelId="{253E29A9-5B7C-46FA-95C9-7A02251C9D2D}" type="presOf" srcId="{1769AD0B-4127-4F17-869C-AE87550D9582}" destId="{E0F001EF-131B-4F51-8FFF-2D42337DBC6D}" srcOrd="0" destOrd="0" presId="urn:microsoft.com/office/officeart/2016/7/layout/RepeatingBendingProcessNew"/>
    <dgm:cxn modelId="{A09589AD-739B-464B-AA8F-6BBFF0569365}" type="presOf" srcId="{EED80927-1BBC-4E93-8E06-3FAB5E2FAFE3}" destId="{95BCE4E1-CC81-401E-BAC1-259B86AE5E7A}" srcOrd="0" destOrd="0" presId="urn:microsoft.com/office/officeart/2016/7/layout/RepeatingBendingProcessNew"/>
    <dgm:cxn modelId="{E005C1B1-2DE7-4848-952C-E5431C6A56C3}" type="presOf" srcId="{80394122-5A19-43A9-AB06-91D24DE4AF40}" destId="{4B5D7029-DA3D-4209-8A3E-595FFF04211E}" srcOrd="0" destOrd="0" presId="urn:microsoft.com/office/officeart/2016/7/layout/RepeatingBendingProcessNew"/>
    <dgm:cxn modelId="{328EA2D9-458F-4F6E-B476-5536D9B51AC1}" type="presOf" srcId="{A552B06A-95D9-4542-A9D8-332F489DAD52}" destId="{6B48CA0A-FA19-429B-88D8-220D239168B5}" srcOrd="0" destOrd="0" presId="urn:microsoft.com/office/officeart/2016/7/layout/RepeatingBendingProcessNew"/>
    <dgm:cxn modelId="{090E9AE1-752F-4256-82E0-E17948C6E005}" srcId="{E32E4D1B-315F-4F82-8296-9A1D5DB68E03}" destId="{A714FE4B-3977-4B74-9C5A-63D920E2ABC8}" srcOrd="0" destOrd="0" parTransId="{9EC66D8A-1AEA-45B2-B6D8-7BFB4B6E7879}" sibTransId="{EED80927-1BBC-4E93-8E06-3FAB5E2FAFE3}"/>
    <dgm:cxn modelId="{A4611EE7-92F9-4DB3-9277-3117F8B29767}" srcId="{E32E4D1B-315F-4F82-8296-9A1D5DB68E03}" destId="{EDF89442-50FD-4411-B6FA-79DE0E1C82A4}" srcOrd="3" destOrd="0" parTransId="{2E44A3C7-B734-4B17-A56D-77959CC04BCC}" sibTransId="{4EEC6F9F-2BA5-4876-BE18-DDEB2D283167}"/>
    <dgm:cxn modelId="{C4DC54EE-4CAF-444C-9464-B5D9295E63A7}" type="presOf" srcId="{EED80927-1BBC-4E93-8E06-3FAB5E2FAFE3}" destId="{28BEE14C-EC86-42A4-A1C4-94F9926F2F2F}" srcOrd="1" destOrd="0" presId="urn:microsoft.com/office/officeart/2016/7/layout/RepeatingBendingProcessNew"/>
    <dgm:cxn modelId="{BBDCB5F6-B3C9-4D0E-84F3-CEBEC03A5C38}" type="presOf" srcId="{4EEC6F9F-2BA5-4876-BE18-DDEB2D283167}" destId="{1F87F116-8B60-47AA-8C17-DF64FAA9DC39}" srcOrd="0" destOrd="0" presId="urn:microsoft.com/office/officeart/2016/7/layout/RepeatingBendingProcessNew"/>
    <dgm:cxn modelId="{3F93EEF7-4886-4D77-B7C1-3711AA37C99E}" type="presOf" srcId="{E32E4D1B-315F-4F82-8296-9A1D5DB68E03}" destId="{A799A56C-C3B5-4F5B-A303-2607137A4762}" srcOrd="0" destOrd="0" presId="urn:microsoft.com/office/officeart/2016/7/layout/RepeatingBendingProcessNew"/>
    <dgm:cxn modelId="{CC5DA2F8-03C6-4395-B8F6-A6095C7304D0}" srcId="{E32E4D1B-315F-4F82-8296-9A1D5DB68E03}" destId="{1CAE75D9-D198-4B4A-82AB-0EC948A4D69D}" srcOrd="4" destOrd="0" parTransId="{B243AE1B-40C2-4593-A3D3-C01B7B12CBC0}" sibTransId="{80394122-5A19-43A9-AB06-91D24DE4AF40}"/>
    <dgm:cxn modelId="{C79C55FA-AC64-4336-9A0F-D01341DEBC1D}" type="presOf" srcId="{36E49D43-C42F-4547-A417-E6B5D120C330}" destId="{F1E697B3-E0C8-4D11-BB97-CD3736C63412}" srcOrd="1" destOrd="0" presId="urn:microsoft.com/office/officeart/2016/7/layout/RepeatingBendingProcessNew"/>
    <dgm:cxn modelId="{2EF7E053-B906-48A3-B2BB-89DEB5DD6843}" type="presParOf" srcId="{A799A56C-C3B5-4F5B-A303-2607137A4762}" destId="{13FA2D5A-F8A0-4A35-839C-E0D60A6615E4}" srcOrd="0" destOrd="0" presId="urn:microsoft.com/office/officeart/2016/7/layout/RepeatingBendingProcessNew"/>
    <dgm:cxn modelId="{CD972A69-B601-4E08-A5BB-7D395179DF04}" type="presParOf" srcId="{A799A56C-C3B5-4F5B-A303-2607137A4762}" destId="{95BCE4E1-CC81-401E-BAC1-259B86AE5E7A}" srcOrd="1" destOrd="0" presId="urn:microsoft.com/office/officeart/2016/7/layout/RepeatingBendingProcessNew"/>
    <dgm:cxn modelId="{4E34373E-F8E7-4243-85BF-337BDCE125AB}" type="presParOf" srcId="{95BCE4E1-CC81-401E-BAC1-259B86AE5E7A}" destId="{28BEE14C-EC86-42A4-A1C4-94F9926F2F2F}" srcOrd="0" destOrd="0" presId="urn:microsoft.com/office/officeart/2016/7/layout/RepeatingBendingProcessNew"/>
    <dgm:cxn modelId="{F6062A83-110A-4C32-A90E-B7C2B5D6FC18}" type="presParOf" srcId="{A799A56C-C3B5-4F5B-A303-2607137A4762}" destId="{7CB38146-ADCC-41AA-80CD-66E35BBD3A0C}" srcOrd="2" destOrd="0" presId="urn:microsoft.com/office/officeart/2016/7/layout/RepeatingBendingProcessNew"/>
    <dgm:cxn modelId="{D6A12227-2F39-4367-81AB-E4F54771EBDC}" type="presParOf" srcId="{A799A56C-C3B5-4F5B-A303-2607137A4762}" destId="{E0F001EF-131B-4F51-8FFF-2D42337DBC6D}" srcOrd="3" destOrd="0" presId="urn:microsoft.com/office/officeart/2016/7/layout/RepeatingBendingProcessNew"/>
    <dgm:cxn modelId="{29640694-6A2D-43E5-9470-C21BEFF3CC18}" type="presParOf" srcId="{E0F001EF-131B-4F51-8FFF-2D42337DBC6D}" destId="{1D744857-B46D-44F1-960D-E0ADDD1B2E63}" srcOrd="0" destOrd="0" presId="urn:microsoft.com/office/officeart/2016/7/layout/RepeatingBendingProcessNew"/>
    <dgm:cxn modelId="{F8CE5436-330B-4545-AB4E-50C663D906AE}" type="presParOf" srcId="{A799A56C-C3B5-4F5B-A303-2607137A4762}" destId="{6B48CA0A-FA19-429B-88D8-220D239168B5}" srcOrd="4" destOrd="0" presId="urn:microsoft.com/office/officeart/2016/7/layout/RepeatingBendingProcessNew"/>
    <dgm:cxn modelId="{4AEABDE4-98EA-4536-BBDD-2646C9001A3F}" type="presParOf" srcId="{A799A56C-C3B5-4F5B-A303-2607137A4762}" destId="{9BEB9AC3-15C5-4572-BD65-D06A500590BF}" srcOrd="5" destOrd="0" presId="urn:microsoft.com/office/officeart/2016/7/layout/RepeatingBendingProcessNew"/>
    <dgm:cxn modelId="{1795C754-11E7-4527-B0D7-08667F604EE4}" type="presParOf" srcId="{9BEB9AC3-15C5-4572-BD65-D06A500590BF}" destId="{F1E697B3-E0C8-4D11-BB97-CD3736C63412}" srcOrd="0" destOrd="0" presId="urn:microsoft.com/office/officeart/2016/7/layout/RepeatingBendingProcessNew"/>
    <dgm:cxn modelId="{77435BFA-3164-48B3-ADB0-AE42B01A85CE}" type="presParOf" srcId="{A799A56C-C3B5-4F5B-A303-2607137A4762}" destId="{35F437EA-ECB7-43D3-AB4F-95DA0C6BD6EA}" srcOrd="6" destOrd="0" presId="urn:microsoft.com/office/officeart/2016/7/layout/RepeatingBendingProcessNew"/>
    <dgm:cxn modelId="{9FA29773-983E-4A0B-BE41-B487E4D689A4}" type="presParOf" srcId="{A799A56C-C3B5-4F5B-A303-2607137A4762}" destId="{1F87F116-8B60-47AA-8C17-DF64FAA9DC39}" srcOrd="7" destOrd="0" presId="urn:microsoft.com/office/officeart/2016/7/layout/RepeatingBendingProcessNew"/>
    <dgm:cxn modelId="{BFEB01D5-29FF-4E17-8C23-EA3F3A961BA4}" type="presParOf" srcId="{1F87F116-8B60-47AA-8C17-DF64FAA9DC39}" destId="{E4F6AE25-B4C8-4491-BBC6-4463B62F536D}" srcOrd="0" destOrd="0" presId="urn:microsoft.com/office/officeart/2016/7/layout/RepeatingBendingProcessNew"/>
    <dgm:cxn modelId="{BD4AAD5E-56C4-41D8-BDA4-1282E478913B}" type="presParOf" srcId="{A799A56C-C3B5-4F5B-A303-2607137A4762}" destId="{06DF8B8E-4F27-411E-B858-B6D56ECED47F}" srcOrd="8" destOrd="0" presId="urn:microsoft.com/office/officeart/2016/7/layout/RepeatingBendingProcessNew"/>
    <dgm:cxn modelId="{5D72327D-D842-4F90-8B78-A528E6393A8F}" type="presParOf" srcId="{A799A56C-C3B5-4F5B-A303-2607137A4762}" destId="{4B5D7029-DA3D-4209-8A3E-595FFF04211E}" srcOrd="9" destOrd="0" presId="urn:microsoft.com/office/officeart/2016/7/layout/RepeatingBendingProcessNew"/>
    <dgm:cxn modelId="{E20146B8-5A46-4A8A-88A0-9B60FE28510B}" type="presParOf" srcId="{4B5D7029-DA3D-4209-8A3E-595FFF04211E}" destId="{BFA20929-A643-4855-A85A-C24F13739C88}" srcOrd="0" destOrd="0" presId="urn:microsoft.com/office/officeart/2016/7/layout/RepeatingBendingProcessNew"/>
    <dgm:cxn modelId="{EDB63949-A4BC-4E7D-A3CC-86D1572AA52F}" type="presParOf" srcId="{A799A56C-C3B5-4F5B-A303-2607137A4762}" destId="{8E3ECDC3-EA6A-4565-B3F8-8EAC479C30C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7E75A7-299D-4C49-8D27-356A3CA7539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FE4199-9294-417F-AD8B-E5FC98DB0254}">
      <dgm:prSet/>
      <dgm:spPr/>
      <dgm:t>
        <a:bodyPr/>
        <a:lstStyle/>
        <a:p>
          <a:r>
            <a:rPr lang="en-US"/>
            <a:t>Image size: 160x160</a:t>
          </a:r>
        </a:p>
      </dgm:t>
    </dgm:pt>
    <dgm:pt modelId="{FDF71B00-7B8F-4D58-9F3F-4D1E159EAA84}" type="parTrans" cxnId="{B5ACC4CA-89F1-4A4E-A479-DE616E11BD96}">
      <dgm:prSet/>
      <dgm:spPr/>
      <dgm:t>
        <a:bodyPr/>
        <a:lstStyle/>
        <a:p>
          <a:endParaRPr lang="en-US"/>
        </a:p>
      </dgm:t>
    </dgm:pt>
    <dgm:pt modelId="{4C2EBF11-C9B3-4A8A-8E93-C54585C70B51}" type="sibTrans" cxnId="{B5ACC4CA-89F1-4A4E-A479-DE616E11BD96}">
      <dgm:prSet/>
      <dgm:spPr/>
      <dgm:t>
        <a:bodyPr/>
        <a:lstStyle/>
        <a:p>
          <a:endParaRPr lang="en-US"/>
        </a:p>
      </dgm:t>
    </dgm:pt>
    <dgm:pt modelId="{9ECC73A9-E9FE-4475-BE29-BDC796FADF38}">
      <dgm:prSet/>
      <dgm:spPr/>
      <dgm:t>
        <a:bodyPr/>
        <a:lstStyle/>
        <a:p>
          <a:r>
            <a:rPr lang="en-US"/>
            <a:t>Train / Validation / Test split</a:t>
          </a:r>
        </a:p>
      </dgm:t>
    </dgm:pt>
    <dgm:pt modelId="{FA872A7E-6F0F-4779-9907-1F42A176C1C6}" type="parTrans" cxnId="{2107F3A2-7221-49C9-ACAF-DD163781B83A}">
      <dgm:prSet/>
      <dgm:spPr/>
      <dgm:t>
        <a:bodyPr/>
        <a:lstStyle/>
        <a:p>
          <a:endParaRPr lang="en-US"/>
        </a:p>
      </dgm:t>
    </dgm:pt>
    <dgm:pt modelId="{41A79C21-12CB-47D0-B2EE-E862BE5AB4EE}" type="sibTrans" cxnId="{2107F3A2-7221-49C9-ACAF-DD163781B83A}">
      <dgm:prSet/>
      <dgm:spPr/>
      <dgm:t>
        <a:bodyPr/>
        <a:lstStyle/>
        <a:p>
          <a:endParaRPr lang="en-US"/>
        </a:p>
      </dgm:t>
    </dgm:pt>
    <dgm:pt modelId="{1486394E-9ECD-4B9E-B6E9-5555E1318AFD}">
      <dgm:prSet/>
      <dgm:spPr/>
      <dgm:t>
        <a:bodyPr/>
        <a:lstStyle/>
        <a:p>
          <a:r>
            <a:rPr lang="en-US"/>
            <a:t>Preprocessing:</a:t>
          </a:r>
        </a:p>
      </dgm:t>
    </dgm:pt>
    <dgm:pt modelId="{8BA85B10-61E7-40E4-9B45-9B30CD9F4D5B}" type="parTrans" cxnId="{0404AF77-ECD6-4718-B5DA-C2BD2D9E6B28}">
      <dgm:prSet/>
      <dgm:spPr/>
      <dgm:t>
        <a:bodyPr/>
        <a:lstStyle/>
        <a:p>
          <a:endParaRPr lang="en-US"/>
        </a:p>
      </dgm:t>
    </dgm:pt>
    <dgm:pt modelId="{99F32D9A-9D42-48B3-88D6-A0E7DA02CBB3}" type="sibTrans" cxnId="{0404AF77-ECD6-4718-B5DA-C2BD2D9E6B28}">
      <dgm:prSet/>
      <dgm:spPr/>
      <dgm:t>
        <a:bodyPr/>
        <a:lstStyle/>
        <a:p>
          <a:endParaRPr lang="en-US"/>
        </a:p>
      </dgm:t>
    </dgm:pt>
    <dgm:pt modelId="{447404F5-A99D-4572-BF58-30B1456CDB66}">
      <dgm:prSet/>
      <dgm:spPr/>
      <dgm:t>
        <a:bodyPr/>
        <a:lstStyle/>
        <a:p>
          <a:r>
            <a:rPr lang="en-US"/>
            <a:t>- Rescaling</a:t>
          </a:r>
        </a:p>
      </dgm:t>
    </dgm:pt>
    <dgm:pt modelId="{8A94F4F3-D0CE-4C26-AFDF-F4E51C411B07}" type="parTrans" cxnId="{9436CBF6-2AF3-4B41-8CE5-1D7E5D64BEEF}">
      <dgm:prSet/>
      <dgm:spPr/>
      <dgm:t>
        <a:bodyPr/>
        <a:lstStyle/>
        <a:p>
          <a:endParaRPr lang="en-US"/>
        </a:p>
      </dgm:t>
    </dgm:pt>
    <dgm:pt modelId="{0A50921A-170B-4CFC-9661-367F6ABD356B}" type="sibTrans" cxnId="{9436CBF6-2AF3-4B41-8CE5-1D7E5D64BEEF}">
      <dgm:prSet/>
      <dgm:spPr/>
      <dgm:t>
        <a:bodyPr/>
        <a:lstStyle/>
        <a:p>
          <a:endParaRPr lang="en-US"/>
        </a:p>
      </dgm:t>
    </dgm:pt>
    <dgm:pt modelId="{97B23698-85DE-4D75-BECA-24924E75B520}">
      <dgm:prSet/>
      <dgm:spPr/>
      <dgm:t>
        <a:bodyPr/>
        <a:lstStyle/>
        <a:p>
          <a:r>
            <a:rPr lang="en-US"/>
            <a:t>- Augmentation</a:t>
          </a:r>
        </a:p>
      </dgm:t>
    </dgm:pt>
    <dgm:pt modelId="{9255247F-5DB6-44B1-97DF-F5E8379983CB}" type="parTrans" cxnId="{C4C72E31-05AA-4C49-95AB-12AE7F86F8D4}">
      <dgm:prSet/>
      <dgm:spPr/>
      <dgm:t>
        <a:bodyPr/>
        <a:lstStyle/>
        <a:p>
          <a:endParaRPr lang="en-US"/>
        </a:p>
      </dgm:t>
    </dgm:pt>
    <dgm:pt modelId="{DAD26EE7-1BCB-4909-AD7E-4D6C25A8C8F3}" type="sibTrans" cxnId="{C4C72E31-05AA-4C49-95AB-12AE7F86F8D4}">
      <dgm:prSet/>
      <dgm:spPr/>
      <dgm:t>
        <a:bodyPr/>
        <a:lstStyle/>
        <a:p>
          <a:endParaRPr lang="en-US"/>
        </a:p>
      </dgm:t>
    </dgm:pt>
    <dgm:pt modelId="{67144B13-0FFB-4533-AA87-85C140E1FFF8}" type="pres">
      <dgm:prSet presAssocID="{627E75A7-299D-4C49-8D27-356A3CA75390}" presName="linear" presStyleCnt="0">
        <dgm:presLayoutVars>
          <dgm:animLvl val="lvl"/>
          <dgm:resizeHandles val="exact"/>
        </dgm:presLayoutVars>
      </dgm:prSet>
      <dgm:spPr/>
    </dgm:pt>
    <dgm:pt modelId="{5E2BDACD-EACC-4F6E-910B-DC6FEC92CA29}" type="pres">
      <dgm:prSet presAssocID="{99FE4199-9294-417F-AD8B-E5FC98DB025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2E4B2FD-2B76-414C-B646-39621CBF5902}" type="pres">
      <dgm:prSet presAssocID="{4C2EBF11-C9B3-4A8A-8E93-C54585C70B51}" presName="spacer" presStyleCnt="0"/>
      <dgm:spPr/>
    </dgm:pt>
    <dgm:pt modelId="{A7FE4352-0EF1-4190-8D06-4BE8854FA1AB}" type="pres">
      <dgm:prSet presAssocID="{9ECC73A9-E9FE-4475-BE29-BDC796FADF3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C0CDDAD-276D-4FC0-9D18-3E9A39410BCB}" type="pres">
      <dgm:prSet presAssocID="{41A79C21-12CB-47D0-B2EE-E862BE5AB4EE}" presName="spacer" presStyleCnt="0"/>
      <dgm:spPr/>
    </dgm:pt>
    <dgm:pt modelId="{B8D8C323-6710-4988-92F4-5DB08BA79FAD}" type="pres">
      <dgm:prSet presAssocID="{1486394E-9ECD-4B9E-B6E9-5555E1318AF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EC6307C-D75D-4873-9DD2-7738AFD3E9C8}" type="pres">
      <dgm:prSet presAssocID="{99F32D9A-9D42-48B3-88D6-A0E7DA02CBB3}" presName="spacer" presStyleCnt="0"/>
      <dgm:spPr/>
    </dgm:pt>
    <dgm:pt modelId="{6520A9F5-D33E-4BCC-8E94-0741A717A089}" type="pres">
      <dgm:prSet presAssocID="{447404F5-A99D-4572-BF58-30B1456CDB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EE541F-C066-435E-9B4F-C86C92934465}" type="pres">
      <dgm:prSet presAssocID="{0A50921A-170B-4CFC-9661-367F6ABD356B}" presName="spacer" presStyleCnt="0"/>
      <dgm:spPr/>
    </dgm:pt>
    <dgm:pt modelId="{40C084EA-266C-4CD7-89E4-E763992C72F8}" type="pres">
      <dgm:prSet presAssocID="{97B23698-85DE-4D75-BECA-24924E75B52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6804A0A-B357-46C5-882F-5E06955F0623}" type="presOf" srcId="{627E75A7-299D-4C49-8D27-356A3CA75390}" destId="{67144B13-0FFB-4533-AA87-85C140E1FFF8}" srcOrd="0" destOrd="0" presId="urn:microsoft.com/office/officeart/2005/8/layout/vList2"/>
    <dgm:cxn modelId="{C4C72E31-05AA-4C49-95AB-12AE7F86F8D4}" srcId="{627E75A7-299D-4C49-8D27-356A3CA75390}" destId="{97B23698-85DE-4D75-BECA-24924E75B520}" srcOrd="4" destOrd="0" parTransId="{9255247F-5DB6-44B1-97DF-F5E8379983CB}" sibTransId="{DAD26EE7-1BCB-4909-AD7E-4D6C25A8C8F3}"/>
    <dgm:cxn modelId="{4C1CA062-86EE-406B-B8D2-CEA6A196CF30}" type="presOf" srcId="{9ECC73A9-E9FE-4475-BE29-BDC796FADF38}" destId="{A7FE4352-0EF1-4190-8D06-4BE8854FA1AB}" srcOrd="0" destOrd="0" presId="urn:microsoft.com/office/officeart/2005/8/layout/vList2"/>
    <dgm:cxn modelId="{0404AF77-ECD6-4718-B5DA-C2BD2D9E6B28}" srcId="{627E75A7-299D-4C49-8D27-356A3CA75390}" destId="{1486394E-9ECD-4B9E-B6E9-5555E1318AFD}" srcOrd="2" destOrd="0" parTransId="{8BA85B10-61E7-40E4-9B45-9B30CD9F4D5B}" sibTransId="{99F32D9A-9D42-48B3-88D6-A0E7DA02CBB3}"/>
    <dgm:cxn modelId="{2107F3A2-7221-49C9-ACAF-DD163781B83A}" srcId="{627E75A7-299D-4C49-8D27-356A3CA75390}" destId="{9ECC73A9-E9FE-4475-BE29-BDC796FADF38}" srcOrd="1" destOrd="0" parTransId="{FA872A7E-6F0F-4779-9907-1F42A176C1C6}" sibTransId="{41A79C21-12CB-47D0-B2EE-E862BE5AB4EE}"/>
    <dgm:cxn modelId="{A2884FBD-D9EC-48E8-BED5-94FDCCDA9DF7}" type="presOf" srcId="{97B23698-85DE-4D75-BECA-24924E75B520}" destId="{40C084EA-266C-4CD7-89E4-E763992C72F8}" srcOrd="0" destOrd="0" presId="urn:microsoft.com/office/officeart/2005/8/layout/vList2"/>
    <dgm:cxn modelId="{7D748FC8-215D-4F22-844F-46E18A6A99F9}" type="presOf" srcId="{1486394E-9ECD-4B9E-B6E9-5555E1318AFD}" destId="{B8D8C323-6710-4988-92F4-5DB08BA79FAD}" srcOrd="0" destOrd="0" presId="urn:microsoft.com/office/officeart/2005/8/layout/vList2"/>
    <dgm:cxn modelId="{B5ACC4CA-89F1-4A4E-A479-DE616E11BD96}" srcId="{627E75A7-299D-4C49-8D27-356A3CA75390}" destId="{99FE4199-9294-417F-AD8B-E5FC98DB0254}" srcOrd="0" destOrd="0" parTransId="{FDF71B00-7B8F-4D58-9F3F-4D1E159EAA84}" sibTransId="{4C2EBF11-C9B3-4A8A-8E93-C54585C70B51}"/>
    <dgm:cxn modelId="{827CD4CE-D6B3-412F-ADA0-BC995306A847}" type="presOf" srcId="{99FE4199-9294-417F-AD8B-E5FC98DB0254}" destId="{5E2BDACD-EACC-4F6E-910B-DC6FEC92CA29}" srcOrd="0" destOrd="0" presId="urn:microsoft.com/office/officeart/2005/8/layout/vList2"/>
    <dgm:cxn modelId="{DCD909EA-65EA-48AF-A508-CCC2FB73B72E}" type="presOf" srcId="{447404F5-A99D-4572-BF58-30B1456CDB66}" destId="{6520A9F5-D33E-4BCC-8E94-0741A717A089}" srcOrd="0" destOrd="0" presId="urn:microsoft.com/office/officeart/2005/8/layout/vList2"/>
    <dgm:cxn modelId="{9436CBF6-2AF3-4B41-8CE5-1D7E5D64BEEF}" srcId="{627E75A7-299D-4C49-8D27-356A3CA75390}" destId="{447404F5-A99D-4572-BF58-30B1456CDB66}" srcOrd="3" destOrd="0" parTransId="{8A94F4F3-D0CE-4C26-AFDF-F4E51C411B07}" sibTransId="{0A50921A-170B-4CFC-9661-367F6ABD356B}"/>
    <dgm:cxn modelId="{0D909C53-8054-47F7-A469-9793CE8A0661}" type="presParOf" srcId="{67144B13-0FFB-4533-AA87-85C140E1FFF8}" destId="{5E2BDACD-EACC-4F6E-910B-DC6FEC92CA29}" srcOrd="0" destOrd="0" presId="urn:microsoft.com/office/officeart/2005/8/layout/vList2"/>
    <dgm:cxn modelId="{75008F05-5806-4BE0-BDC4-E9CD2AB5C4B8}" type="presParOf" srcId="{67144B13-0FFB-4533-AA87-85C140E1FFF8}" destId="{B2E4B2FD-2B76-414C-B646-39621CBF5902}" srcOrd="1" destOrd="0" presId="urn:microsoft.com/office/officeart/2005/8/layout/vList2"/>
    <dgm:cxn modelId="{E0BB4F94-CD32-4BC3-BECE-881DD141AD85}" type="presParOf" srcId="{67144B13-0FFB-4533-AA87-85C140E1FFF8}" destId="{A7FE4352-0EF1-4190-8D06-4BE8854FA1AB}" srcOrd="2" destOrd="0" presId="urn:microsoft.com/office/officeart/2005/8/layout/vList2"/>
    <dgm:cxn modelId="{463B68C6-2469-49F2-82E1-A2760EFF43FF}" type="presParOf" srcId="{67144B13-0FFB-4533-AA87-85C140E1FFF8}" destId="{3C0CDDAD-276D-4FC0-9D18-3E9A39410BCB}" srcOrd="3" destOrd="0" presId="urn:microsoft.com/office/officeart/2005/8/layout/vList2"/>
    <dgm:cxn modelId="{7C26D33A-9CBC-49BE-A3BC-46129D7088BA}" type="presParOf" srcId="{67144B13-0FFB-4533-AA87-85C140E1FFF8}" destId="{B8D8C323-6710-4988-92F4-5DB08BA79FAD}" srcOrd="4" destOrd="0" presId="urn:microsoft.com/office/officeart/2005/8/layout/vList2"/>
    <dgm:cxn modelId="{80CC7753-3BDB-4BCA-A407-F655B8ED8938}" type="presParOf" srcId="{67144B13-0FFB-4533-AA87-85C140E1FFF8}" destId="{6EC6307C-D75D-4873-9DD2-7738AFD3E9C8}" srcOrd="5" destOrd="0" presId="urn:microsoft.com/office/officeart/2005/8/layout/vList2"/>
    <dgm:cxn modelId="{903BF901-2E53-40EB-871E-51C80FC739C3}" type="presParOf" srcId="{67144B13-0FFB-4533-AA87-85C140E1FFF8}" destId="{6520A9F5-D33E-4BCC-8E94-0741A717A089}" srcOrd="6" destOrd="0" presId="urn:microsoft.com/office/officeart/2005/8/layout/vList2"/>
    <dgm:cxn modelId="{734A682E-081F-4481-ABF3-8164EF56A2B8}" type="presParOf" srcId="{67144B13-0FFB-4533-AA87-85C140E1FFF8}" destId="{C6EE541F-C066-435E-9B4F-C86C92934465}" srcOrd="7" destOrd="0" presId="urn:microsoft.com/office/officeart/2005/8/layout/vList2"/>
    <dgm:cxn modelId="{92C77F35-B276-48AE-BBE7-9F5854B97179}" type="presParOf" srcId="{67144B13-0FFB-4533-AA87-85C140E1FFF8}" destId="{40C084EA-266C-4CD7-89E4-E763992C72F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357EF0-8C56-49CB-B0B1-F09BB4AE903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9EFA31-D2C4-4F5B-8228-2ECD13B1C447}">
      <dgm:prSet/>
      <dgm:spPr/>
      <dgm:t>
        <a:bodyPr/>
        <a:lstStyle/>
        <a:p>
          <a:r>
            <a:rPr lang="en-US"/>
            <a:t>Attention module improved performance significantly</a:t>
          </a:r>
        </a:p>
      </dgm:t>
    </dgm:pt>
    <dgm:pt modelId="{54BE9914-92C3-4EBE-962D-E3034D42E62C}" type="parTrans" cxnId="{0BFE1F07-9606-4C49-93C7-3DDAA46C5D84}">
      <dgm:prSet/>
      <dgm:spPr/>
      <dgm:t>
        <a:bodyPr/>
        <a:lstStyle/>
        <a:p>
          <a:endParaRPr lang="en-US"/>
        </a:p>
      </dgm:t>
    </dgm:pt>
    <dgm:pt modelId="{AAA8533F-EECA-42FB-84C4-23E4BAEB1D30}" type="sibTrans" cxnId="{0BFE1F07-9606-4C49-93C7-3DDAA46C5D84}">
      <dgm:prSet/>
      <dgm:spPr/>
      <dgm:t>
        <a:bodyPr/>
        <a:lstStyle/>
        <a:p>
          <a:endParaRPr lang="en-US"/>
        </a:p>
      </dgm:t>
    </dgm:pt>
    <dgm:pt modelId="{48262915-9702-4538-9404-A831C13E7BFC}">
      <dgm:prSet/>
      <dgm:spPr/>
      <dgm:t>
        <a:bodyPr/>
        <a:lstStyle/>
        <a:p>
          <a:r>
            <a:rPr lang="en-US"/>
            <a:t>Additional modifications did not improve results further</a:t>
          </a:r>
        </a:p>
      </dgm:t>
    </dgm:pt>
    <dgm:pt modelId="{26B08C08-0C17-4928-93F7-4CBAD56B4662}" type="parTrans" cxnId="{38D022A4-68BA-484A-BAEB-4DD467BE574E}">
      <dgm:prSet/>
      <dgm:spPr/>
      <dgm:t>
        <a:bodyPr/>
        <a:lstStyle/>
        <a:p>
          <a:endParaRPr lang="en-US"/>
        </a:p>
      </dgm:t>
    </dgm:pt>
    <dgm:pt modelId="{8DCF5C9B-EF4E-4B6B-B175-6A14F92F95E6}" type="sibTrans" cxnId="{38D022A4-68BA-484A-BAEB-4DD467BE574E}">
      <dgm:prSet/>
      <dgm:spPr/>
      <dgm:t>
        <a:bodyPr/>
        <a:lstStyle/>
        <a:p>
          <a:endParaRPr lang="en-US"/>
        </a:p>
      </dgm:t>
    </dgm:pt>
    <dgm:pt modelId="{6722B6AE-5045-4280-A8D1-6B9AA3C0E940}" type="pres">
      <dgm:prSet presAssocID="{B1357EF0-8C56-49CB-B0B1-F09BB4AE90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F0CEF1-F9FF-47D4-81BD-BCA77745DD02}" type="pres">
      <dgm:prSet presAssocID="{699EFA31-D2C4-4F5B-8228-2ECD13B1C447}" presName="hierRoot1" presStyleCnt="0"/>
      <dgm:spPr/>
    </dgm:pt>
    <dgm:pt modelId="{0F895471-0AAD-43B3-B297-C23B693173A6}" type="pres">
      <dgm:prSet presAssocID="{699EFA31-D2C4-4F5B-8228-2ECD13B1C447}" presName="composite" presStyleCnt="0"/>
      <dgm:spPr/>
    </dgm:pt>
    <dgm:pt modelId="{0D2888C0-1A2C-4365-A052-176954FD7C0C}" type="pres">
      <dgm:prSet presAssocID="{699EFA31-D2C4-4F5B-8228-2ECD13B1C447}" presName="background" presStyleLbl="node0" presStyleIdx="0" presStyleCnt="2"/>
      <dgm:spPr/>
    </dgm:pt>
    <dgm:pt modelId="{082AA67F-F927-4015-88DE-D1B17DB3657B}" type="pres">
      <dgm:prSet presAssocID="{699EFA31-D2C4-4F5B-8228-2ECD13B1C447}" presName="text" presStyleLbl="fgAcc0" presStyleIdx="0" presStyleCnt="2">
        <dgm:presLayoutVars>
          <dgm:chPref val="3"/>
        </dgm:presLayoutVars>
      </dgm:prSet>
      <dgm:spPr/>
    </dgm:pt>
    <dgm:pt modelId="{6716E753-75DB-4964-ADD8-FA22DDFF8E2C}" type="pres">
      <dgm:prSet presAssocID="{699EFA31-D2C4-4F5B-8228-2ECD13B1C447}" presName="hierChild2" presStyleCnt="0"/>
      <dgm:spPr/>
    </dgm:pt>
    <dgm:pt modelId="{F79FD324-0B5A-4154-B9B7-145DAB57B2BA}" type="pres">
      <dgm:prSet presAssocID="{48262915-9702-4538-9404-A831C13E7BFC}" presName="hierRoot1" presStyleCnt="0"/>
      <dgm:spPr/>
    </dgm:pt>
    <dgm:pt modelId="{D555080F-262B-4134-8EA4-602DB8D73EEC}" type="pres">
      <dgm:prSet presAssocID="{48262915-9702-4538-9404-A831C13E7BFC}" presName="composite" presStyleCnt="0"/>
      <dgm:spPr/>
    </dgm:pt>
    <dgm:pt modelId="{4223DB4D-64B9-4486-A3B2-F61864737837}" type="pres">
      <dgm:prSet presAssocID="{48262915-9702-4538-9404-A831C13E7BFC}" presName="background" presStyleLbl="node0" presStyleIdx="1" presStyleCnt="2"/>
      <dgm:spPr/>
    </dgm:pt>
    <dgm:pt modelId="{12DE0B67-8F0B-4FD3-98D6-0807E08131BD}" type="pres">
      <dgm:prSet presAssocID="{48262915-9702-4538-9404-A831C13E7BFC}" presName="text" presStyleLbl="fgAcc0" presStyleIdx="1" presStyleCnt="2">
        <dgm:presLayoutVars>
          <dgm:chPref val="3"/>
        </dgm:presLayoutVars>
      </dgm:prSet>
      <dgm:spPr/>
    </dgm:pt>
    <dgm:pt modelId="{57E8E5BA-D57D-4BFE-BB0E-803F8B1B05D8}" type="pres">
      <dgm:prSet presAssocID="{48262915-9702-4538-9404-A831C13E7BFC}" presName="hierChild2" presStyleCnt="0"/>
      <dgm:spPr/>
    </dgm:pt>
  </dgm:ptLst>
  <dgm:cxnLst>
    <dgm:cxn modelId="{0BFE1F07-9606-4C49-93C7-3DDAA46C5D84}" srcId="{B1357EF0-8C56-49CB-B0B1-F09BB4AE903B}" destId="{699EFA31-D2C4-4F5B-8228-2ECD13B1C447}" srcOrd="0" destOrd="0" parTransId="{54BE9914-92C3-4EBE-962D-E3034D42E62C}" sibTransId="{AAA8533F-EECA-42FB-84C4-23E4BAEB1D30}"/>
    <dgm:cxn modelId="{99393E0B-056B-45E2-B1B1-E9A08A61C31F}" type="presOf" srcId="{699EFA31-D2C4-4F5B-8228-2ECD13B1C447}" destId="{082AA67F-F927-4015-88DE-D1B17DB3657B}" srcOrd="0" destOrd="0" presId="urn:microsoft.com/office/officeart/2005/8/layout/hierarchy1"/>
    <dgm:cxn modelId="{DBC8C142-784D-414F-A9DB-4585E2623890}" type="presOf" srcId="{48262915-9702-4538-9404-A831C13E7BFC}" destId="{12DE0B67-8F0B-4FD3-98D6-0807E08131BD}" srcOrd="0" destOrd="0" presId="urn:microsoft.com/office/officeart/2005/8/layout/hierarchy1"/>
    <dgm:cxn modelId="{38D022A4-68BA-484A-BAEB-4DD467BE574E}" srcId="{B1357EF0-8C56-49CB-B0B1-F09BB4AE903B}" destId="{48262915-9702-4538-9404-A831C13E7BFC}" srcOrd="1" destOrd="0" parTransId="{26B08C08-0C17-4928-93F7-4CBAD56B4662}" sibTransId="{8DCF5C9B-EF4E-4B6B-B175-6A14F92F95E6}"/>
    <dgm:cxn modelId="{C482DDFB-8593-4958-8EC0-4B40CE33D5B4}" type="presOf" srcId="{B1357EF0-8C56-49CB-B0B1-F09BB4AE903B}" destId="{6722B6AE-5045-4280-A8D1-6B9AA3C0E940}" srcOrd="0" destOrd="0" presId="urn:microsoft.com/office/officeart/2005/8/layout/hierarchy1"/>
    <dgm:cxn modelId="{FDF123A5-EE06-48C2-A7DD-8E140287BC1D}" type="presParOf" srcId="{6722B6AE-5045-4280-A8D1-6B9AA3C0E940}" destId="{A5F0CEF1-F9FF-47D4-81BD-BCA77745DD02}" srcOrd="0" destOrd="0" presId="urn:microsoft.com/office/officeart/2005/8/layout/hierarchy1"/>
    <dgm:cxn modelId="{E764662E-A669-42DF-919C-0EA97E9CD343}" type="presParOf" srcId="{A5F0CEF1-F9FF-47D4-81BD-BCA77745DD02}" destId="{0F895471-0AAD-43B3-B297-C23B693173A6}" srcOrd="0" destOrd="0" presId="urn:microsoft.com/office/officeart/2005/8/layout/hierarchy1"/>
    <dgm:cxn modelId="{D2540307-C922-4173-8F53-992A52BF05D2}" type="presParOf" srcId="{0F895471-0AAD-43B3-B297-C23B693173A6}" destId="{0D2888C0-1A2C-4365-A052-176954FD7C0C}" srcOrd="0" destOrd="0" presId="urn:microsoft.com/office/officeart/2005/8/layout/hierarchy1"/>
    <dgm:cxn modelId="{86171424-39B7-45A9-BB3B-75C4E41D17E6}" type="presParOf" srcId="{0F895471-0AAD-43B3-B297-C23B693173A6}" destId="{082AA67F-F927-4015-88DE-D1B17DB3657B}" srcOrd="1" destOrd="0" presId="urn:microsoft.com/office/officeart/2005/8/layout/hierarchy1"/>
    <dgm:cxn modelId="{C02DBD28-7C96-43E6-B715-AE7D2C972EFC}" type="presParOf" srcId="{A5F0CEF1-F9FF-47D4-81BD-BCA77745DD02}" destId="{6716E753-75DB-4964-ADD8-FA22DDFF8E2C}" srcOrd="1" destOrd="0" presId="urn:microsoft.com/office/officeart/2005/8/layout/hierarchy1"/>
    <dgm:cxn modelId="{0227BA94-ED0B-40C1-A591-823A0EFA84F7}" type="presParOf" srcId="{6722B6AE-5045-4280-A8D1-6B9AA3C0E940}" destId="{F79FD324-0B5A-4154-B9B7-145DAB57B2BA}" srcOrd="1" destOrd="0" presId="urn:microsoft.com/office/officeart/2005/8/layout/hierarchy1"/>
    <dgm:cxn modelId="{CFF38E0B-6472-43A0-B2EA-684E4B4E189A}" type="presParOf" srcId="{F79FD324-0B5A-4154-B9B7-145DAB57B2BA}" destId="{D555080F-262B-4134-8EA4-602DB8D73EEC}" srcOrd="0" destOrd="0" presId="urn:microsoft.com/office/officeart/2005/8/layout/hierarchy1"/>
    <dgm:cxn modelId="{49C77F88-8F2A-4768-B18B-273D92F072E9}" type="presParOf" srcId="{D555080F-262B-4134-8EA4-602DB8D73EEC}" destId="{4223DB4D-64B9-4486-A3B2-F61864737837}" srcOrd="0" destOrd="0" presId="urn:microsoft.com/office/officeart/2005/8/layout/hierarchy1"/>
    <dgm:cxn modelId="{9F4EC035-4283-434F-B8A3-CE94CFEB224E}" type="presParOf" srcId="{D555080F-262B-4134-8EA4-602DB8D73EEC}" destId="{12DE0B67-8F0B-4FD3-98D6-0807E08131BD}" srcOrd="1" destOrd="0" presId="urn:microsoft.com/office/officeart/2005/8/layout/hierarchy1"/>
    <dgm:cxn modelId="{BBFE9062-ECA0-4B58-9CDE-2165220783E3}" type="presParOf" srcId="{F79FD324-0B5A-4154-B9B7-145DAB57B2BA}" destId="{57E8E5BA-D57D-4BFE-BB0E-803F8B1B05D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06C8C9-E50B-4D9B-BC5A-CD82F078A0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68F4FB-7753-4BA3-9A17-9B3DF9B495E7}">
      <dgm:prSet/>
      <dgm:spPr/>
      <dgm:t>
        <a:bodyPr/>
        <a:lstStyle/>
        <a:p>
          <a:r>
            <a:rPr lang="en-US"/>
            <a:t>MobileNetV2 + Attention achieved best results</a:t>
          </a:r>
        </a:p>
      </dgm:t>
    </dgm:pt>
    <dgm:pt modelId="{E34ECFA3-4BFB-433E-9D31-0834931068F9}" type="parTrans" cxnId="{18C62EC0-94DE-417E-9F98-52CCAC16E66A}">
      <dgm:prSet/>
      <dgm:spPr/>
      <dgm:t>
        <a:bodyPr/>
        <a:lstStyle/>
        <a:p>
          <a:endParaRPr lang="en-US"/>
        </a:p>
      </dgm:t>
    </dgm:pt>
    <dgm:pt modelId="{0427D7F1-84AF-4F32-9EE4-583620483294}" type="sibTrans" cxnId="{18C62EC0-94DE-417E-9F98-52CCAC16E66A}">
      <dgm:prSet/>
      <dgm:spPr/>
      <dgm:t>
        <a:bodyPr/>
        <a:lstStyle/>
        <a:p>
          <a:endParaRPr lang="en-US"/>
        </a:p>
      </dgm:t>
    </dgm:pt>
    <dgm:pt modelId="{AB166B8C-84F4-434D-A7DB-477238F67811}">
      <dgm:prSet/>
      <dgm:spPr/>
      <dgm:t>
        <a:bodyPr/>
        <a:lstStyle/>
        <a:p>
          <a:r>
            <a:rPr lang="en-US"/>
            <a:t>Deep learning effective for medical imaging tasks</a:t>
          </a:r>
        </a:p>
      </dgm:t>
    </dgm:pt>
    <dgm:pt modelId="{78A6131B-06E9-47E9-A207-1AEC71FC4A2C}" type="parTrans" cxnId="{31F05226-03D4-44C7-BFB0-AD8FF2E9E7BF}">
      <dgm:prSet/>
      <dgm:spPr/>
      <dgm:t>
        <a:bodyPr/>
        <a:lstStyle/>
        <a:p>
          <a:endParaRPr lang="en-US"/>
        </a:p>
      </dgm:t>
    </dgm:pt>
    <dgm:pt modelId="{8CB029B3-343E-4733-940F-33C89DDE3243}" type="sibTrans" cxnId="{31F05226-03D4-44C7-BFB0-AD8FF2E9E7BF}">
      <dgm:prSet/>
      <dgm:spPr/>
      <dgm:t>
        <a:bodyPr/>
        <a:lstStyle/>
        <a:p>
          <a:endParaRPr lang="en-US"/>
        </a:p>
      </dgm:t>
    </dgm:pt>
    <dgm:pt modelId="{49962B68-BA64-4AE7-8176-62580F2828A8}" type="pres">
      <dgm:prSet presAssocID="{FF06C8C9-E50B-4D9B-BC5A-CD82F078A0A0}" presName="linear" presStyleCnt="0">
        <dgm:presLayoutVars>
          <dgm:animLvl val="lvl"/>
          <dgm:resizeHandles val="exact"/>
        </dgm:presLayoutVars>
      </dgm:prSet>
      <dgm:spPr/>
    </dgm:pt>
    <dgm:pt modelId="{2CD490A7-0172-40F6-8B0A-BA1A40273EFF}" type="pres">
      <dgm:prSet presAssocID="{DA68F4FB-7753-4BA3-9A17-9B3DF9B495E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8768FCA-82E7-4115-ADF7-5741D6D33266}" type="pres">
      <dgm:prSet presAssocID="{0427D7F1-84AF-4F32-9EE4-583620483294}" presName="spacer" presStyleCnt="0"/>
      <dgm:spPr/>
    </dgm:pt>
    <dgm:pt modelId="{E2FD066B-E361-4B64-A102-845A63500CE3}" type="pres">
      <dgm:prSet presAssocID="{AB166B8C-84F4-434D-A7DB-477238F6781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F05226-03D4-44C7-BFB0-AD8FF2E9E7BF}" srcId="{FF06C8C9-E50B-4D9B-BC5A-CD82F078A0A0}" destId="{AB166B8C-84F4-434D-A7DB-477238F67811}" srcOrd="1" destOrd="0" parTransId="{78A6131B-06E9-47E9-A207-1AEC71FC4A2C}" sibTransId="{8CB029B3-343E-4733-940F-33C89DDE3243}"/>
    <dgm:cxn modelId="{B0DC2366-F93E-4B4F-AAE0-A6F8BE3CB469}" type="presOf" srcId="{FF06C8C9-E50B-4D9B-BC5A-CD82F078A0A0}" destId="{49962B68-BA64-4AE7-8176-62580F2828A8}" srcOrd="0" destOrd="0" presId="urn:microsoft.com/office/officeart/2005/8/layout/vList2"/>
    <dgm:cxn modelId="{88375E47-B580-4165-9286-D9DC8B7F3F33}" type="presOf" srcId="{AB166B8C-84F4-434D-A7DB-477238F67811}" destId="{E2FD066B-E361-4B64-A102-845A63500CE3}" srcOrd="0" destOrd="0" presId="urn:microsoft.com/office/officeart/2005/8/layout/vList2"/>
    <dgm:cxn modelId="{18C62EC0-94DE-417E-9F98-52CCAC16E66A}" srcId="{FF06C8C9-E50B-4D9B-BC5A-CD82F078A0A0}" destId="{DA68F4FB-7753-4BA3-9A17-9B3DF9B495E7}" srcOrd="0" destOrd="0" parTransId="{E34ECFA3-4BFB-433E-9D31-0834931068F9}" sibTransId="{0427D7F1-84AF-4F32-9EE4-583620483294}"/>
    <dgm:cxn modelId="{893CD9C0-24F3-4953-AEFA-6C738C2CAD9C}" type="presOf" srcId="{DA68F4FB-7753-4BA3-9A17-9B3DF9B495E7}" destId="{2CD490A7-0172-40F6-8B0A-BA1A40273EFF}" srcOrd="0" destOrd="0" presId="urn:microsoft.com/office/officeart/2005/8/layout/vList2"/>
    <dgm:cxn modelId="{68099017-A2D3-43CA-A63D-4B469A798CC4}" type="presParOf" srcId="{49962B68-BA64-4AE7-8176-62580F2828A8}" destId="{2CD490A7-0172-40F6-8B0A-BA1A40273EFF}" srcOrd="0" destOrd="0" presId="urn:microsoft.com/office/officeart/2005/8/layout/vList2"/>
    <dgm:cxn modelId="{0F7FAF13-12F5-4F52-A0E6-684C36F08D65}" type="presParOf" srcId="{49962B68-BA64-4AE7-8176-62580F2828A8}" destId="{D8768FCA-82E7-4115-ADF7-5741D6D33266}" srcOrd="1" destOrd="0" presId="urn:microsoft.com/office/officeart/2005/8/layout/vList2"/>
    <dgm:cxn modelId="{FA29B31B-2E49-4D57-A977-232705D6D08C}" type="presParOf" srcId="{49962B68-BA64-4AE7-8176-62580F2828A8}" destId="{E2FD066B-E361-4B64-A102-845A63500CE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72A99C-A61E-4441-B216-CEFED9E86949}">
      <dsp:nvSpPr>
        <dsp:cNvPr id="0" name=""/>
        <dsp:cNvSpPr/>
      </dsp:nvSpPr>
      <dsp:spPr>
        <a:xfrm>
          <a:off x="0" y="122872"/>
          <a:ext cx="2371724" cy="332041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09" tIns="330200" rIns="184909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Brain Tumor Classification using MobileNetV2</a:t>
          </a:r>
        </a:p>
      </dsp:txBody>
      <dsp:txXfrm>
        <a:off x="0" y="1384630"/>
        <a:ext cx="2371724" cy="1992249"/>
      </dsp:txXfrm>
    </dsp:sp>
    <dsp:sp modelId="{6E39DFA4-5663-4538-906F-300F6B0DAFBE}">
      <dsp:nvSpPr>
        <dsp:cNvPr id="0" name=""/>
        <dsp:cNvSpPr/>
      </dsp:nvSpPr>
      <dsp:spPr>
        <a:xfrm>
          <a:off x="687800" y="454914"/>
          <a:ext cx="996124" cy="996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662" tIns="12700" rIns="7766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33679" y="600793"/>
        <a:ext cx="704366" cy="704366"/>
      </dsp:txXfrm>
    </dsp:sp>
    <dsp:sp modelId="{165B6C66-9CC8-48D4-BB67-3ED77C4D029E}">
      <dsp:nvSpPr>
        <dsp:cNvPr id="0" name=""/>
        <dsp:cNvSpPr/>
      </dsp:nvSpPr>
      <dsp:spPr>
        <a:xfrm>
          <a:off x="0" y="3443215"/>
          <a:ext cx="2371724" cy="72"/>
        </a:xfrm>
        <a:prstGeom prst="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C3865-CF41-4E43-94E5-F42D9E252E45}">
      <dsp:nvSpPr>
        <dsp:cNvPr id="0" name=""/>
        <dsp:cNvSpPr/>
      </dsp:nvSpPr>
      <dsp:spPr>
        <a:xfrm>
          <a:off x="2608897" y="122872"/>
          <a:ext cx="2371724" cy="3320414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09" tIns="330200" rIns="184909" bIns="330200" numCol="1" spcCol="1270" anchor="t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libri"/>
            </a:rPr>
            <a:t>Miguel Angel Soler, Alec Samonte, Joseph Negron</a:t>
          </a:r>
          <a:endParaRPr lang="en-US" sz="2300" kern="1200" dirty="0"/>
        </a:p>
      </dsp:txBody>
      <dsp:txXfrm>
        <a:off x="2608897" y="1384630"/>
        <a:ext cx="2371724" cy="1992249"/>
      </dsp:txXfrm>
    </dsp:sp>
    <dsp:sp modelId="{41CFFA40-2728-4D5B-BFB7-8B105AF50685}">
      <dsp:nvSpPr>
        <dsp:cNvPr id="0" name=""/>
        <dsp:cNvSpPr/>
      </dsp:nvSpPr>
      <dsp:spPr>
        <a:xfrm>
          <a:off x="3296697" y="454914"/>
          <a:ext cx="996124" cy="996124"/>
        </a:xfrm>
        <a:prstGeom prst="ellipse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662" tIns="12700" rIns="7766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442576" y="600793"/>
        <a:ext cx="704366" cy="704366"/>
      </dsp:txXfrm>
    </dsp:sp>
    <dsp:sp modelId="{D274FC43-5E3C-41A4-858E-1261DD3874FB}">
      <dsp:nvSpPr>
        <dsp:cNvPr id="0" name=""/>
        <dsp:cNvSpPr/>
      </dsp:nvSpPr>
      <dsp:spPr>
        <a:xfrm>
          <a:off x="2608897" y="3443215"/>
          <a:ext cx="2371724" cy="72"/>
        </a:xfrm>
        <a:prstGeom prst="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D9724-E175-474E-9508-32C2710F45BF}">
      <dsp:nvSpPr>
        <dsp:cNvPr id="0" name=""/>
        <dsp:cNvSpPr/>
      </dsp:nvSpPr>
      <dsp:spPr>
        <a:xfrm>
          <a:off x="5217794" y="122872"/>
          <a:ext cx="2371724" cy="3320414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09" tIns="330200" rIns="184909" bIns="330200" numCol="1" spcCol="1270" anchor="t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Course: CPS</a:t>
          </a:r>
          <a:r>
            <a:rPr lang="en-US" sz="2300" kern="1200">
              <a:latin typeface="Calibri"/>
            </a:rPr>
            <a:t>*3840: Deep Learning Foundations</a:t>
          </a:r>
          <a:endParaRPr lang="en-US" sz="2300" kern="1200"/>
        </a:p>
      </dsp:txBody>
      <dsp:txXfrm>
        <a:off x="5217794" y="1384630"/>
        <a:ext cx="2371724" cy="1992249"/>
      </dsp:txXfrm>
    </dsp:sp>
    <dsp:sp modelId="{BAECCE92-4E21-45D0-A7EA-E58839518DEF}">
      <dsp:nvSpPr>
        <dsp:cNvPr id="0" name=""/>
        <dsp:cNvSpPr/>
      </dsp:nvSpPr>
      <dsp:spPr>
        <a:xfrm>
          <a:off x="5905595" y="454914"/>
          <a:ext cx="996124" cy="996124"/>
        </a:xfrm>
        <a:prstGeom prst="ellipse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662" tIns="12700" rIns="7766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051474" y="600793"/>
        <a:ext cx="704366" cy="704366"/>
      </dsp:txXfrm>
    </dsp:sp>
    <dsp:sp modelId="{34D33879-9130-462D-90F6-0B60DD1329A8}">
      <dsp:nvSpPr>
        <dsp:cNvPr id="0" name=""/>
        <dsp:cNvSpPr/>
      </dsp:nvSpPr>
      <dsp:spPr>
        <a:xfrm>
          <a:off x="5217794" y="3443215"/>
          <a:ext cx="2371724" cy="72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CE4E1-CC81-401E-BAC1-259B86AE5E7A}">
      <dsp:nvSpPr>
        <dsp:cNvPr id="0" name=""/>
        <dsp:cNvSpPr/>
      </dsp:nvSpPr>
      <dsp:spPr>
        <a:xfrm>
          <a:off x="1245584" y="643351"/>
          <a:ext cx="2561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6164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66497" y="687637"/>
        <a:ext cx="14338" cy="2867"/>
      </dsp:txXfrm>
    </dsp:sp>
    <dsp:sp modelId="{13FA2D5A-F8A0-4A35-839C-E0D60A6615E4}">
      <dsp:nvSpPr>
        <dsp:cNvPr id="0" name=""/>
        <dsp:cNvSpPr/>
      </dsp:nvSpPr>
      <dsp:spPr>
        <a:xfrm>
          <a:off x="584" y="315031"/>
          <a:ext cx="1246800" cy="7480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94" tIns="64129" rIns="61094" bIns="64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ea typeface="+mn-ea"/>
              <a:cs typeface="+mn-cs"/>
            </a:rPr>
            <a:t>Brain MRI Dataset</a:t>
          </a:r>
        </a:p>
      </dsp:txBody>
      <dsp:txXfrm>
        <a:off x="584" y="315031"/>
        <a:ext cx="1246800" cy="748080"/>
      </dsp:txXfrm>
    </dsp:sp>
    <dsp:sp modelId="{E0F001EF-131B-4F51-8FFF-2D42337DBC6D}">
      <dsp:nvSpPr>
        <dsp:cNvPr id="0" name=""/>
        <dsp:cNvSpPr/>
      </dsp:nvSpPr>
      <dsp:spPr>
        <a:xfrm>
          <a:off x="623984" y="1061311"/>
          <a:ext cx="1533565" cy="256164"/>
        </a:xfrm>
        <a:custGeom>
          <a:avLst/>
          <a:gdLst/>
          <a:ahLst/>
          <a:cxnLst/>
          <a:rect l="0" t="0" r="0" b="0"/>
          <a:pathLst>
            <a:path>
              <a:moveTo>
                <a:pt x="1533565" y="0"/>
              </a:moveTo>
              <a:lnTo>
                <a:pt x="1533565" y="145182"/>
              </a:lnTo>
              <a:lnTo>
                <a:pt x="0" y="145182"/>
              </a:lnTo>
              <a:lnTo>
                <a:pt x="0" y="256164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51763" y="1187959"/>
        <a:ext cx="78007" cy="2867"/>
      </dsp:txXfrm>
    </dsp:sp>
    <dsp:sp modelId="{7CB38146-ADCC-41AA-80CD-66E35BBD3A0C}">
      <dsp:nvSpPr>
        <dsp:cNvPr id="0" name=""/>
        <dsp:cNvSpPr/>
      </dsp:nvSpPr>
      <dsp:spPr>
        <a:xfrm>
          <a:off x="1534149" y="315031"/>
          <a:ext cx="1246800" cy="7480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94" tIns="64129" rIns="61094" bIns="64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ea typeface="+mn-ea"/>
              <a:cs typeface="+mn-cs"/>
            </a:rPr>
            <a:t>Classes:</a:t>
          </a:r>
        </a:p>
      </dsp:txBody>
      <dsp:txXfrm>
        <a:off x="1534149" y="315031"/>
        <a:ext cx="1246800" cy="748080"/>
      </dsp:txXfrm>
    </dsp:sp>
    <dsp:sp modelId="{9BEB9AC3-15C5-4572-BD65-D06A500590BF}">
      <dsp:nvSpPr>
        <dsp:cNvPr id="0" name=""/>
        <dsp:cNvSpPr/>
      </dsp:nvSpPr>
      <dsp:spPr>
        <a:xfrm>
          <a:off x="1245584" y="1678195"/>
          <a:ext cx="2561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6164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66497" y="1722482"/>
        <a:ext cx="14338" cy="2867"/>
      </dsp:txXfrm>
    </dsp:sp>
    <dsp:sp modelId="{6B48CA0A-FA19-429B-88D8-220D239168B5}">
      <dsp:nvSpPr>
        <dsp:cNvPr id="0" name=""/>
        <dsp:cNvSpPr/>
      </dsp:nvSpPr>
      <dsp:spPr>
        <a:xfrm>
          <a:off x="584" y="1349875"/>
          <a:ext cx="1246800" cy="7480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94" tIns="64129" rIns="61094" bIns="64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ea typeface="+mn-ea"/>
              <a:cs typeface="+mn-cs"/>
            </a:rPr>
            <a:t>- Glioma</a:t>
          </a:r>
        </a:p>
      </dsp:txBody>
      <dsp:txXfrm>
        <a:off x="584" y="1349875"/>
        <a:ext cx="1246800" cy="748080"/>
      </dsp:txXfrm>
    </dsp:sp>
    <dsp:sp modelId="{1F87F116-8B60-47AA-8C17-DF64FAA9DC39}">
      <dsp:nvSpPr>
        <dsp:cNvPr id="0" name=""/>
        <dsp:cNvSpPr/>
      </dsp:nvSpPr>
      <dsp:spPr>
        <a:xfrm>
          <a:off x="623984" y="2096156"/>
          <a:ext cx="1533565" cy="256164"/>
        </a:xfrm>
        <a:custGeom>
          <a:avLst/>
          <a:gdLst/>
          <a:ahLst/>
          <a:cxnLst/>
          <a:rect l="0" t="0" r="0" b="0"/>
          <a:pathLst>
            <a:path>
              <a:moveTo>
                <a:pt x="1533565" y="0"/>
              </a:moveTo>
              <a:lnTo>
                <a:pt x="1533565" y="145182"/>
              </a:lnTo>
              <a:lnTo>
                <a:pt x="0" y="145182"/>
              </a:lnTo>
              <a:lnTo>
                <a:pt x="0" y="256164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51763" y="2222804"/>
        <a:ext cx="78007" cy="2867"/>
      </dsp:txXfrm>
    </dsp:sp>
    <dsp:sp modelId="{35F437EA-ECB7-43D3-AB4F-95DA0C6BD6EA}">
      <dsp:nvSpPr>
        <dsp:cNvPr id="0" name=""/>
        <dsp:cNvSpPr/>
      </dsp:nvSpPr>
      <dsp:spPr>
        <a:xfrm>
          <a:off x="1534149" y="1349875"/>
          <a:ext cx="1246800" cy="7480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94" tIns="64129" rIns="61094" bIns="64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ea typeface="+mn-ea"/>
              <a:cs typeface="+mn-cs"/>
            </a:rPr>
            <a:t>- Meningioma</a:t>
          </a:r>
        </a:p>
      </dsp:txBody>
      <dsp:txXfrm>
        <a:off x="1534149" y="1349875"/>
        <a:ext cx="1246800" cy="748080"/>
      </dsp:txXfrm>
    </dsp:sp>
    <dsp:sp modelId="{4B5D7029-DA3D-4209-8A3E-595FFF04211E}">
      <dsp:nvSpPr>
        <dsp:cNvPr id="0" name=""/>
        <dsp:cNvSpPr/>
      </dsp:nvSpPr>
      <dsp:spPr>
        <a:xfrm>
          <a:off x="1245584" y="2713040"/>
          <a:ext cx="2561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6164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66497" y="2757326"/>
        <a:ext cx="14338" cy="2867"/>
      </dsp:txXfrm>
    </dsp:sp>
    <dsp:sp modelId="{06DF8B8E-4F27-411E-B858-B6D56ECED47F}">
      <dsp:nvSpPr>
        <dsp:cNvPr id="0" name=""/>
        <dsp:cNvSpPr/>
      </dsp:nvSpPr>
      <dsp:spPr>
        <a:xfrm>
          <a:off x="584" y="2384720"/>
          <a:ext cx="1246800" cy="7480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94" tIns="64129" rIns="61094" bIns="64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ea typeface="+mn-ea"/>
              <a:cs typeface="+mn-cs"/>
            </a:rPr>
            <a:t>- Pituitary</a:t>
          </a:r>
        </a:p>
      </dsp:txBody>
      <dsp:txXfrm>
        <a:off x="584" y="2384720"/>
        <a:ext cx="1246800" cy="748080"/>
      </dsp:txXfrm>
    </dsp:sp>
    <dsp:sp modelId="{8E3ECDC3-EA6A-4565-B3F8-8EAC479C30CB}">
      <dsp:nvSpPr>
        <dsp:cNvPr id="0" name=""/>
        <dsp:cNvSpPr/>
      </dsp:nvSpPr>
      <dsp:spPr>
        <a:xfrm>
          <a:off x="1534149" y="2384720"/>
          <a:ext cx="1246800" cy="7480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94" tIns="64129" rIns="61094" bIns="64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ea typeface="+mn-ea"/>
              <a:cs typeface="+mn-cs"/>
            </a:rPr>
            <a:t>- No Tumor</a:t>
          </a:r>
        </a:p>
      </dsp:txBody>
      <dsp:txXfrm>
        <a:off x="1534149" y="2384720"/>
        <a:ext cx="1246800" cy="748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BDACD-EACC-4F6E-910B-DC6FEC92CA29}">
      <dsp:nvSpPr>
        <dsp:cNvPr id="0" name=""/>
        <dsp:cNvSpPr/>
      </dsp:nvSpPr>
      <dsp:spPr>
        <a:xfrm>
          <a:off x="0" y="599227"/>
          <a:ext cx="5175384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Image size: 160x160</a:t>
          </a:r>
        </a:p>
      </dsp:txBody>
      <dsp:txXfrm>
        <a:off x="38638" y="637865"/>
        <a:ext cx="5098108" cy="714229"/>
      </dsp:txXfrm>
    </dsp:sp>
    <dsp:sp modelId="{A7FE4352-0EF1-4190-8D06-4BE8854FA1AB}">
      <dsp:nvSpPr>
        <dsp:cNvPr id="0" name=""/>
        <dsp:cNvSpPr/>
      </dsp:nvSpPr>
      <dsp:spPr>
        <a:xfrm>
          <a:off x="0" y="1485772"/>
          <a:ext cx="5175384" cy="79150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Train / Validation / Test split</a:t>
          </a:r>
        </a:p>
      </dsp:txBody>
      <dsp:txXfrm>
        <a:off x="38638" y="1524410"/>
        <a:ext cx="5098108" cy="714229"/>
      </dsp:txXfrm>
    </dsp:sp>
    <dsp:sp modelId="{B8D8C323-6710-4988-92F4-5DB08BA79FAD}">
      <dsp:nvSpPr>
        <dsp:cNvPr id="0" name=""/>
        <dsp:cNvSpPr/>
      </dsp:nvSpPr>
      <dsp:spPr>
        <a:xfrm>
          <a:off x="0" y="2372318"/>
          <a:ext cx="5175384" cy="79150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Preprocessing:</a:t>
          </a:r>
        </a:p>
      </dsp:txBody>
      <dsp:txXfrm>
        <a:off x="38638" y="2410956"/>
        <a:ext cx="5098108" cy="714229"/>
      </dsp:txXfrm>
    </dsp:sp>
    <dsp:sp modelId="{6520A9F5-D33E-4BCC-8E94-0741A717A089}">
      <dsp:nvSpPr>
        <dsp:cNvPr id="0" name=""/>
        <dsp:cNvSpPr/>
      </dsp:nvSpPr>
      <dsp:spPr>
        <a:xfrm>
          <a:off x="0" y="3258863"/>
          <a:ext cx="5175384" cy="791505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Rescaling</a:t>
          </a:r>
        </a:p>
      </dsp:txBody>
      <dsp:txXfrm>
        <a:off x="38638" y="3297501"/>
        <a:ext cx="5098108" cy="714229"/>
      </dsp:txXfrm>
    </dsp:sp>
    <dsp:sp modelId="{40C084EA-266C-4CD7-89E4-E763992C72F8}">
      <dsp:nvSpPr>
        <dsp:cNvPr id="0" name=""/>
        <dsp:cNvSpPr/>
      </dsp:nvSpPr>
      <dsp:spPr>
        <a:xfrm>
          <a:off x="0" y="4145408"/>
          <a:ext cx="5175384" cy="79150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Augmentation</a:t>
          </a:r>
        </a:p>
      </dsp:txBody>
      <dsp:txXfrm>
        <a:off x="38638" y="4184046"/>
        <a:ext cx="5098108" cy="7142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888C0-1A2C-4365-A052-176954FD7C0C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AA67F-F927-4015-88DE-D1B17DB3657B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Attention module improved performance significantly</a:t>
          </a:r>
        </a:p>
      </dsp:txBody>
      <dsp:txXfrm>
        <a:off x="456496" y="980400"/>
        <a:ext cx="3381034" cy="2099279"/>
      </dsp:txXfrm>
    </dsp:sp>
    <dsp:sp modelId="{4223DB4D-64B9-4486-A3B2-F61864737837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E0B67-8F0B-4FD3-98D6-0807E08131BD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Additional modifications did not improve results further</a:t>
          </a:r>
        </a:p>
      </dsp:txBody>
      <dsp:txXfrm>
        <a:off x="4748523" y="980400"/>
        <a:ext cx="3381034" cy="2099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490A7-0172-40F6-8B0A-BA1A40273EFF}">
      <dsp:nvSpPr>
        <dsp:cNvPr id="0" name=""/>
        <dsp:cNvSpPr/>
      </dsp:nvSpPr>
      <dsp:spPr>
        <a:xfrm>
          <a:off x="0" y="341580"/>
          <a:ext cx="5175384" cy="23645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MobileNetV2 + Attention achieved best results</a:t>
          </a:r>
        </a:p>
      </dsp:txBody>
      <dsp:txXfrm>
        <a:off x="115429" y="457009"/>
        <a:ext cx="4944526" cy="2133711"/>
      </dsp:txXfrm>
    </dsp:sp>
    <dsp:sp modelId="{E2FD066B-E361-4B64-A102-845A63500CE3}">
      <dsp:nvSpPr>
        <dsp:cNvPr id="0" name=""/>
        <dsp:cNvSpPr/>
      </dsp:nvSpPr>
      <dsp:spPr>
        <a:xfrm>
          <a:off x="0" y="2829990"/>
          <a:ext cx="5175384" cy="236456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Deep learning effective for medical imaging tasks</a:t>
          </a:r>
        </a:p>
      </dsp:txBody>
      <dsp:txXfrm>
        <a:off x="115429" y="2945419"/>
        <a:ext cx="4944526" cy="2133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C6B82-4D17-46AD-8380-B15E6327BD6A}" type="datetimeFigureOut"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1E77F-4FB4-4C58-B898-67210914E5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7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09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20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18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2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90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34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8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03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10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26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1E77F-4FB4-4C58-B898-67210914E592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69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18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Deep Learning Final Project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553998" y="473861"/>
            <a:ext cx="3142400" cy="2037604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1809166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AB9570-1507-A873-1B5B-28B86647D3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761908"/>
              </p:ext>
            </p:extLst>
          </p:nvPr>
        </p:nvGraphicFramePr>
        <p:xfrm>
          <a:off x="777240" y="2543633"/>
          <a:ext cx="758952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Goal: Classify brain MRI images into tumor categories</a:t>
            </a:r>
          </a:p>
          <a:p>
            <a:endParaRPr lang="en-US" sz="1700"/>
          </a:p>
          <a:p>
            <a:r>
              <a:rPr lang="en-US" sz="1700"/>
              <a:t>Task: Image Classification</a:t>
            </a:r>
          </a:p>
          <a:p>
            <a:r>
              <a:rPr lang="en-US" sz="1700"/>
              <a:t>Model Type: MobileNetV2 (Transfer Learning)</a:t>
            </a:r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635A682C-3F03-D5F5-5F05-301E5701B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76" r="3843" b="2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021842"/>
            <a:ext cx="109728" cy="6400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02184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  ·  Data Collection &amp; EDA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31445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954530"/>
            <a:ext cx="19202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200025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5,712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248488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954530"/>
            <a:ext cx="19202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96312" y="200025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96312" y="248488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5152" y="1954530"/>
            <a:ext cx="19202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200025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45152" y="248488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93992" y="1954530"/>
            <a:ext cx="19202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93992" y="200025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93992" y="248488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9753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57200" y="3463290"/>
          <a:ext cx="822960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Training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Glioma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1,321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Most common malignant type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Meningioma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1,339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306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Often benign, harder to classify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Pituitary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1,457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Largest class — slight imbalance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No Tumor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1,595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405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Healthy control class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385" y="326524"/>
            <a:ext cx="2591866" cy="1616203"/>
          </a:xfrm>
        </p:spPr>
        <p:txBody>
          <a:bodyPr anchor="b">
            <a:normAutofit/>
          </a:bodyPr>
          <a:lstStyle/>
          <a:p>
            <a:r>
              <a:rPr lang="en-US" sz="2800" dirty="0"/>
              <a:t>Dataset</a:t>
            </a:r>
          </a:p>
        </p:txBody>
      </p:sp>
      <p:pic>
        <p:nvPicPr>
          <p:cNvPr id="252" name="Picture 25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3D171D9-CC2E-548F-81B7-EE745D8C6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81" y="2595468"/>
            <a:ext cx="5390015" cy="2789332"/>
          </a:xfrm>
          <a:prstGeom prst="rect">
            <a:avLst/>
          </a:prstGeom>
        </p:spPr>
      </p:pic>
      <p:grpSp>
        <p:nvGrpSpPr>
          <p:cNvPr id="257" name="Group 25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6C5FC97-1192-B3AD-68CC-014256375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643372"/>
              </p:ext>
            </p:extLst>
          </p:nvPr>
        </p:nvGraphicFramePr>
        <p:xfrm>
          <a:off x="288165" y="2266218"/>
          <a:ext cx="2781534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021842"/>
            <a:ext cx="109728" cy="6400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02184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  ·  Data Collection &amp; EDA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31445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90881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90881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0" y="2366010"/>
            <a:ext cx="3200400" cy="530352"/>
          </a:xfrm>
          <a:prstGeom prst="rect">
            <a:avLst/>
          </a:prstGeom>
          <a:solidFill>
            <a:srgbClr val="EAF4F4"/>
          </a:solidFill>
          <a:ln w="12700">
            <a:solidFill>
              <a:srgbClr val="D0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42432" y="241173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Near-balanced: No Tumor class is slightly larger (~23%)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0" y="3006090"/>
            <a:ext cx="3200400" cy="530352"/>
          </a:xfrm>
          <a:prstGeom prst="rect">
            <a:avLst/>
          </a:prstGeom>
          <a:solidFill>
            <a:srgbClr val="EAF4F4"/>
          </a:solidFill>
          <a:ln w="12700">
            <a:solidFill>
              <a:srgbClr val="D0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42432" y="305181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Variable raw sizes — all resized to 224×224 for MobileNetV2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0" y="3646170"/>
            <a:ext cx="3200400" cy="530352"/>
          </a:xfrm>
          <a:prstGeom prst="rect">
            <a:avLst/>
          </a:prstGeom>
          <a:solidFill>
            <a:srgbClr val="EAF4F4"/>
          </a:solidFill>
          <a:ln w="12700">
            <a:solidFill>
              <a:srgbClr val="D0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42432" y="369189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4-class MRI task: Glioma, Meningioma, Pituitary, No Tumor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4286250"/>
            <a:ext cx="3200400" cy="530352"/>
          </a:xfrm>
          <a:prstGeom prst="rect">
            <a:avLst/>
          </a:prstGeom>
          <a:solidFill>
            <a:srgbClr val="EAF4F4"/>
          </a:solidFill>
          <a:ln w="12700">
            <a:solidFill>
              <a:srgbClr val="D0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42432" y="433197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 sourced from Kaggle; structured Training/Testing folders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0" y="4926330"/>
            <a:ext cx="3200400" cy="530352"/>
          </a:xfrm>
          <a:prstGeom prst="rect">
            <a:avLst/>
          </a:prstGeom>
          <a:solidFill>
            <a:srgbClr val="EAF4F4"/>
          </a:solidFill>
          <a:ln w="12700">
            <a:solidFill>
              <a:srgbClr val="D0E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42432" y="497205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80/20 train-validation split applied at training time (seed=42)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Data Preparation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69177B-8B62-23DA-EC51-9C9937985F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37441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Baseline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MobileNetV2 (Frozen Base)</a:t>
            </a:r>
          </a:p>
          <a:p>
            <a:endParaRPr lang="en-US" sz="1700"/>
          </a:p>
          <a:p>
            <a:r>
              <a:rPr lang="en-US" sz="1700"/>
              <a:t>Dense Layer + Softmax</a:t>
            </a:r>
          </a:p>
          <a:p>
            <a:endParaRPr lang="en-US" sz="1700"/>
          </a:p>
          <a:p>
            <a:r>
              <a:rPr lang="en-US" sz="1700"/>
              <a:t>Purpose: Establish baseline performance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6B965E9E-417F-90B9-C716-606D8C7C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38" r="31850" b="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Improvement 1: Data 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Added:</a:t>
            </a:r>
          </a:p>
          <a:p>
            <a:r>
              <a:rPr lang="en-US" sz="2100"/>
              <a:t>- Flip</a:t>
            </a:r>
          </a:p>
          <a:p>
            <a:r>
              <a:rPr lang="en-US" sz="2100"/>
              <a:t>- Rotation</a:t>
            </a:r>
          </a:p>
          <a:p>
            <a:r>
              <a:rPr lang="en-US" sz="2100"/>
              <a:t>- Zoom</a:t>
            </a:r>
          </a:p>
          <a:p>
            <a:endParaRPr lang="en-US" sz="2100"/>
          </a:p>
          <a:p>
            <a:r>
              <a:rPr lang="en-US" sz="2100"/>
              <a:t>Goal: Improve generalization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Improvement 2: Attention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Added attention layer to focus on important features</a:t>
            </a:r>
          </a:p>
          <a:p>
            <a:endParaRPr lang="en-US" sz="1700"/>
          </a:p>
          <a:p>
            <a:r>
              <a:rPr lang="en-US" sz="1700"/>
              <a:t>Result: Highest performance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40A4FD32-410F-3372-8B38-2D833910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46" r="33050" b="-6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Proposed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Final Model:</a:t>
            </a:r>
          </a:p>
          <a:p>
            <a:r>
              <a:rPr lang="en-US" sz="1700"/>
              <a:t>MobileNetV2 + Attention Module</a:t>
            </a:r>
          </a:p>
          <a:p>
            <a:endParaRPr lang="en-US" sz="1700"/>
          </a:p>
          <a:p>
            <a:r>
              <a:rPr lang="en-US" sz="1700"/>
              <a:t>Selected based on best validation accuracy</a:t>
            </a:r>
          </a:p>
        </p:txBody>
      </p:sp>
      <p:pic>
        <p:nvPicPr>
          <p:cNvPr id="5" name="Picture 4" descr="Web of wires connecting pins">
            <a:extLst>
              <a:ext uri="{FF2B5EF4-FFF2-40B4-BE49-F238E27FC236}">
                <a16:creationId xmlns:a16="http://schemas.microsoft.com/office/drawing/2014/main" id="{592A4673-066E-8D85-5A6D-59BCF421C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39" r="43014" b="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7501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61" y="1124262"/>
            <a:ext cx="6013239" cy="26904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98FEE844-CFAD-13E8-C932-E3DDEEA43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767" y="5061057"/>
            <a:ext cx="1199733" cy="1199733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B40C0FC5-9FC3-5C34-5F03-E74D338D1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5536"/>
            <a:ext cx="9144000" cy="16474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Findings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F8EB6B-9A1D-26AC-082A-3B68C8BC40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97855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FBA076-FE34-D214-843A-89F8A0EB9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70239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- Try larger datasets</a:t>
            </a:r>
          </a:p>
          <a:p>
            <a:r>
              <a:rPr lang="en-US" sz="1700"/>
              <a:t>- Explore different architectures</a:t>
            </a:r>
          </a:p>
          <a:p>
            <a:r>
              <a:rPr lang="en-US" sz="1700"/>
              <a:t>- Improve fine-tuning</a:t>
            </a:r>
          </a:p>
        </p:txBody>
      </p:sp>
      <p:pic>
        <p:nvPicPr>
          <p:cNvPr id="5" name="Picture 4" descr="Low angle view of building corner against the clear blue sky">
            <a:extLst>
              <a:ext uri="{FF2B5EF4-FFF2-40B4-BE49-F238E27FC236}">
                <a16:creationId xmlns:a16="http://schemas.microsoft.com/office/drawing/2014/main" id="{B24285B6-7B48-B4B2-55BC-57AA5B9A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43" r="36803" b="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345</Words>
  <Application>Microsoft Office PowerPoint</Application>
  <PresentationFormat>On-screen Show (4:3)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Deep Learning Final Project</vt:lpstr>
      <vt:lpstr>Project Overview</vt:lpstr>
      <vt:lpstr>PowerPoint Presentation</vt:lpstr>
      <vt:lpstr>Dataset</vt:lpstr>
      <vt:lpstr>PowerPoint Presentation</vt:lpstr>
      <vt:lpstr>Data Preparation</vt:lpstr>
      <vt:lpstr>Baseline Model</vt:lpstr>
      <vt:lpstr>Improvement 1: Data Augmentation</vt:lpstr>
      <vt:lpstr>Improvement 2: Attention Module</vt:lpstr>
      <vt:lpstr>Proposed Model</vt:lpstr>
      <vt:lpstr>Results</vt:lpstr>
      <vt:lpstr>Key Findings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S</cp:lastModifiedBy>
  <cp:revision>45</cp:revision>
  <dcterms:created xsi:type="dcterms:W3CDTF">2013-01-27T09:14:16Z</dcterms:created>
  <dcterms:modified xsi:type="dcterms:W3CDTF">2026-05-02T01:43:51Z</dcterms:modified>
  <cp:category/>
</cp:coreProperties>
</file>